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1"/>
  </p:notesMasterIdLst>
  <p:sldIdLst>
    <p:sldId id="2147472278" r:id="rId5"/>
    <p:sldId id="2147472262" r:id="rId6"/>
    <p:sldId id="2147472304" r:id="rId7"/>
    <p:sldId id="2147472189" r:id="rId8"/>
    <p:sldId id="2147472305" r:id="rId9"/>
    <p:sldId id="2147472284" r:id="rId10"/>
    <p:sldId id="2147472269" r:id="rId11"/>
    <p:sldId id="2147472270" r:id="rId12"/>
    <p:sldId id="2147472301" r:id="rId13"/>
    <p:sldId id="2147472286" r:id="rId14"/>
    <p:sldId id="2147472302" r:id="rId15"/>
    <p:sldId id="2147472274" r:id="rId16"/>
    <p:sldId id="2147472276" r:id="rId17"/>
    <p:sldId id="2147472264" r:id="rId18"/>
    <p:sldId id="2147472266" r:id="rId19"/>
    <p:sldId id="417" r:id="rId20"/>
  </p:sldIdLst>
  <p:sldSz cx="12192000" cy="6858000"/>
  <p:notesSz cx="6858000" cy="9144000"/>
  <p:embeddedFontLst>
    <p:embeddedFont>
      <p:font typeface="Manrope" panose="020B0604020202020204" charset="0"/>
      <p:regular r:id="rId22"/>
      <p:bold r:id="rId23"/>
    </p:embeddedFont>
    <p:embeddedFont>
      <p:font typeface="Manrope  " panose="020B0604020202020204" charset="0"/>
      <p:regular r:id="rId24"/>
      <p:bold r:id="rId25"/>
      <p:italic r:id="rId26"/>
      <p:boldItalic r:id="rId27"/>
    </p:embeddedFont>
    <p:embeddedFont>
      <p:font typeface="Manrope Light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4E3005-5D3E-4527-DB7E-0D296AB378B9}" name="Shefi Mon (G10X, IND)" initials="SM" userId="S::Shefi.Mon@g10x.com::1fb0412a-7d4f-412b-833a-edd7497fb8c3" providerId="AD"/>
  <p188:author id="{17B69E5E-8410-D09F-1F1D-5051936CD061}" name="Gopikrishnan Gireesh (G10X, IND)" initials="GG" userId="S::Gopikrishnan.Gireesh@g10x.com::1209f209-d676-4d41-94b2-8cfe356840cf" providerId="AD"/>
  <p188:author id="{6A692F7C-65EC-8766-7BD2-B66DF892EE92}" name="Lemmiki Ehatamm (G10X, UAE)" initials="LE" userId="S::Lemmiki.Ehatamm@g10x.com::325b25c9-0982-4774-84b5-46148c462a89" providerId="AD"/>
  <p188:author id="{F8F4C196-C4E3-C98E-3420-869D8980C88F}" name="Shefi Mon (G10X, IND)" initials="" userId="S::shefi.mon@g10x.com::1fb0412a-7d4f-412b-833a-edd7497fb8c3" providerId="AD"/>
  <p188:author id="{1A57C8EA-F127-F62E-C4A0-E10E579DFF21}" name="Sakila Arumugam (G10X, IND)" initials="SA" userId="S::Sakila.Arumugam@g10x.com::cebc7105-d6b2-4f4d-bad1-652c73aab5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0000"/>
    <a:srgbClr val="ECE8E2"/>
    <a:srgbClr val="EC5F27"/>
    <a:srgbClr val="D02929"/>
    <a:srgbClr val="F2EFE9"/>
    <a:srgbClr val="D9CEC1"/>
    <a:srgbClr val="191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6C9DA-8208-B44C-B3B3-4652BC256BB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AB840-B69C-8C4A-85B6-5BDAC5273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90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B0AC4-4870-1FE0-F3F2-ED1F3868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5ECF1-EEA4-D8E4-1B49-2D92D1128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CA249-4279-B8DA-B65B-8781C73F1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CF188-895D-E57F-1C28-4D7D1C02C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AB840-B69C-8C4A-85B6-5BDAC52730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AB840-B69C-8C4A-85B6-5BDAC52730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84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AB840-B69C-8C4A-85B6-5BDAC52730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26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3097D6A-17B4-52C9-022F-D5A35A4419FD}"/>
              </a:ext>
            </a:extLst>
          </p:cNvPr>
          <p:cNvSpPr/>
          <p:nvPr userDrawn="1"/>
        </p:nvSpPr>
        <p:spPr>
          <a:xfrm>
            <a:off x="0" y="1"/>
            <a:ext cx="12192000" cy="6925488"/>
          </a:xfrm>
          <a:prstGeom prst="rect">
            <a:avLst/>
          </a:prstGeom>
          <a:gradFill>
            <a:gsLst>
              <a:gs pos="29000">
                <a:srgbClr val="EC5F27"/>
              </a:gs>
              <a:gs pos="74000">
                <a:srgbClr val="470000"/>
              </a:gs>
              <a:gs pos="50000">
                <a:srgbClr val="D02929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object 7">
            <a:extLst>
              <a:ext uri="{FF2B5EF4-FFF2-40B4-BE49-F238E27FC236}">
                <a16:creationId xmlns:a16="http://schemas.microsoft.com/office/drawing/2014/main" id="{F7050FA5-2926-4ACF-8AC0-72D1DC0D7199}"/>
              </a:ext>
            </a:extLst>
          </p:cNvPr>
          <p:cNvGrpSpPr/>
          <p:nvPr userDrawn="1"/>
        </p:nvGrpSpPr>
        <p:grpSpPr>
          <a:xfrm>
            <a:off x="730841" y="5145388"/>
            <a:ext cx="687070" cy="910590"/>
            <a:chOff x="730841" y="4965794"/>
            <a:chExt cx="687070" cy="910590"/>
          </a:xfrm>
        </p:grpSpPr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3A4943E6-4CBA-E3A1-B1DF-2B2462767209}"/>
                </a:ext>
              </a:extLst>
            </p:cNvPr>
            <p:cNvSpPr/>
            <p:nvPr/>
          </p:nvSpPr>
          <p:spPr>
            <a:xfrm>
              <a:off x="730841" y="4965794"/>
              <a:ext cx="687070" cy="687070"/>
            </a:xfrm>
            <a:custGeom>
              <a:avLst/>
              <a:gdLst/>
              <a:ahLst/>
              <a:cxnLst/>
              <a:rect l="l" t="t" r="r" b="b"/>
              <a:pathLst>
                <a:path w="687069" h="687070">
                  <a:moveTo>
                    <a:pt x="343496" y="0"/>
                  </a:moveTo>
                  <a:lnTo>
                    <a:pt x="296888" y="3135"/>
                  </a:lnTo>
                  <a:lnTo>
                    <a:pt x="252184" y="12269"/>
                  </a:lnTo>
                  <a:lnTo>
                    <a:pt x="209795" y="26993"/>
                  </a:lnTo>
                  <a:lnTo>
                    <a:pt x="170131" y="46896"/>
                  </a:lnTo>
                  <a:lnTo>
                    <a:pt x="133599" y="71570"/>
                  </a:lnTo>
                  <a:lnTo>
                    <a:pt x="100610" y="100606"/>
                  </a:lnTo>
                  <a:lnTo>
                    <a:pt x="71574" y="133594"/>
                  </a:lnTo>
                  <a:lnTo>
                    <a:pt x="46899" y="170125"/>
                  </a:lnTo>
                  <a:lnTo>
                    <a:pt x="26994" y="209790"/>
                  </a:lnTo>
                  <a:lnTo>
                    <a:pt x="12270" y="252180"/>
                  </a:lnTo>
                  <a:lnTo>
                    <a:pt x="3135" y="296885"/>
                  </a:lnTo>
                  <a:lnTo>
                    <a:pt x="0" y="343496"/>
                  </a:lnTo>
                  <a:lnTo>
                    <a:pt x="3135" y="390105"/>
                  </a:lnTo>
                  <a:lnTo>
                    <a:pt x="12270" y="434808"/>
                  </a:lnTo>
                  <a:lnTo>
                    <a:pt x="26994" y="477195"/>
                  </a:lnTo>
                  <a:lnTo>
                    <a:pt x="46899" y="516859"/>
                  </a:lnTo>
                  <a:lnTo>
                    <a:pt x="71574" y="553389"/>
                  </a:lnTo>
                  <a:lnTo>
                    <a:pt x="100610" y="586376"/>
                  </a:lnTo>
                  <a:lnTo>
                    <a:pt x="133599" y="615411"/>
                  </a:lnTo>
                  <a:lnTo>
                    <a:pt x="170131" y="640085"/>
                  </a:lnTo>
                  <a:lnTo>
                    <a:pt x="209795" y="659988"/>
                  </a:lnTo>
                  <a:lnTo>
                    <a:pt x="252184" y="674711"/>
                  </a:lnTo>
                  <a:lnTo>
                    <a:pt x="296888" y="683845"/>
                  </a:lnTo>
                  <a:lnTo>
                    <a:pt x="343496" y="686981"/>
                  </a:lnTo>
                  <a:lnTo>
                    <a:pt x="526275" y="686981"/>
                  </a:lnTo>
                  <a:lnTo>
                    <a:pt x="577000" y="678800"/>
                  </a:lnTo>
                  <a:lnTo>
                    <a:pt x="621052" y="656019"/>
                  </a:lnTo>
                  <a:lnTo>
                    <a:pt x="655790" y="621281"/>
                  </a:lnTo>
                  <a:lnTo>
                    <a:pt x="656052" y="620776"/>
                  </a:lnTo>
                  <a:lnTo>
                    <a:pt x="526275" y="620776"/>
                  </a:lnTo>
                  <a:lnTo>
                    <a:pt x="343496" y="620547"/>
                  </a:lnTo>
                  <a:lnTo>
                    <a:pt x="293697" y="616083"/>
                  </a:lnTo>
                  <a:lnTo>
                    <a:pt x="246825" y="603214"/>
                  </a:lnTo>
                  <a:lnTo>
                    <a:pt x="203664" y="582721"/>
                  </a:lnTo>
                  <a:lnTo>
                    <a:pt x="164997" y="555388"/>
                  </a:lnTo>
                  <a:lnTo>
                    <a:pt x="131605" y="521996"/>
                  </a:lnTo>
                  <a:lnTo>
                    <a:pt x="104272" y="483329"/>
                  </a:lnTo>
                  <a:lnTo>
                    <a:pt x="83779" y="440168"/>
                  </a:lnTo>
                  <a:lnTo>
                    <a:pt x="70910" y="393296"/>
                  </a:lnTo>
                  <a:lnTo>
                    <a:pt x="66446" y="343496"/>
                  </a:lnTo>
                  <a:lnTo>
                    <a:pt x="70910" y="293693"/>
                  </a:lnTo>
                  <a:lnTo>
                    <a:pt x="83779" y="246818"/>
                  </a:lnTo>
                  <a:lnTo>
                    <a:pt x="104272" y="203655"/>
                  </a:lnTo>
                  <a:lnTo>
                    <a:pt x="131605" y="164986"/>
                  </a:lnTo>
                  <a:lnTo>
                    <a:pt x="164997" y="131594"/>
                  </a:lnTo>
                  <a:lnTo>
                    <a:pt x="203664" y="104259"/>
                  </a:lnTo>
                  <a:lnTo>
                    <a:pt x="246825" y="83766"/>
                  </a:lnTo>
                  <a:lnTo>
                    <a:pt x="293697" y="70897"/>
                  </a:lnTo>
                  <a:lnTo>
                    <a:pt x="343496" y="66433"/>
                  </a:lnTo>
                  <a:lnTo>
                    <a:pt x="545788" y="66433"/>
                  </a:lnTo>
                  <a:lnTo>
                    <a:pt x="516862" y="46896"/>
                  </a:lnTo>
                  <a:lnTo>
                    <a:pt x="477197" y="26993"/>
                  </a:lnTo>
                  <a:lnTo>
                    <a:pt x="434809" y="12269"/>
                  </a:lnTo>
                  <a:lnTo>
                    <a:pt x="390105" y="3135"/>
                  </a:lnTo>
                  <a:lnTo>
                    <a:pt x="343496" y="0"/>
                  </a:lnTo>
                  <a:close/>
                </a:path>
                <a:path w="687069" h="687070">
                  <a:moveTo>
                    <a:pt x="545788" y="66433"/>
                  </a:moveTo>
                  <a:lnTo>
                    <a:pt x="343496" y="66433"/>
                  </a:lnTo>
                  <a:lnTo>
                    <a:pt x="393296" y="70897"/>
                  </a:lnTo>
                  <a:lnTo>
                    <a:pt x="440168" y="83766"/>
                  </a:lnTo>
                  <a:lnTo>
                    <a:pt x="483329" y="104259"/>
                  </a:lnTo>
                  <a:lnTo>
                    <a:pt x="521996" y="131594"/>
                  </a:lnTo>
                  <a:lnTo>
                    <a:pt x="555388" y="164986"/>
                  </a:lnTo>
                  <a:lnTo>
                    <a:pt x="582721" y="203655"/>
                  </a:lnTo>
                  <a:lnTo>
                    <a:pt x="603214" y="246818"/>
                  </a:lnTo>
                  <a:lnTo>
                    <a:pt x="616083" y="293693"/>
                  </a:lnTo>
                  <a:lnTo>
                    <a:pt x="620547" y="343496"/>
                  </a:lnTo>
                  <a:lnTo>
                    <a:pt x="620547" y="526503"/>
                  </a:lnTo>
                  <a:lnTo>
                    <a:pt x="613139" y="563200"/>
                  </a:lnTo>
                  <a:lnTo>
                    <a:pt x="592937" y="593166"/>
                  </a:lnTo>
                  <a:lnTo>
                    <a:pt x="562972" y="613368"/>
                  </a:lnTo>
                  <a:lnTo>
                    <a:pt x="526275" y="620776"/>
                  </a:lnTo>
                  <a:lnTo>
                    <a:pt x="656052" y="620776"/>
                  </a:lnTo>
                  <a:lnTo>
                    <a:pt x="678571" y="577228"/>
                  </a:lnTo>
                  <a:lnTo>
                    <a:pt x="686752" y="526503"/>
                  </a:lnTo>
                  <a:lnTo>
                    <a:pt x="686873" y="434808"/>
                  </a:lnTo>
                  <a:lnTo>
                    <a:pt x="686993" y="343496"/>
                  </a:lnTo>
                  <a:lnTo>
                    <a:pt x="683857" y="296885"/>
                  </a:lnTo>
                  <a:lnTo>
                    <a:pt x="674723" y="252180"/>
                  </a:lnTo>
                  <a:lnTo>
                    <a:pt x="659998" y="209790"/>
                  </a:lnTo>
                  <a:lnTo>
                    <a:pt x="640094" y="170125"/>
                  </a:lnTo>
                  <a:lnTo>
                    <a:pt x="615419" y="133594"/>
                  </a:lnTo>
                  <a:lnTo>
                    <a:pt x="586382" y="100606"/>
                  </a:lnTo>
                  <a:lnTo>
                    <a:pt x="553394" y="71570"/>
                  </a:lnTo>
                  <a:lnTo>
                    <a:pt x="545788" y="66433"/>
                  </a:lnTo>
                  <a:close/>
                </a:path>
              </a:pathLst>
            </a:custGeom>
            <a:solidFill>
              <a:srgbClr val="EB6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EF472ADF-33AB-7903-551A-CE52D337FECB}"/>
                </a:ext>
              </a:extLst>
            </p:cNvPr>
            <p:cNvSpPr/>
            <p:nvPr/>
          </p:nvSpPr>
          <p:spPr>
            <a:xfrm>
              <a:off x="730841" y="5064070"/>
              <a:ext cx="642620" cy="589280"/>
            </a:xfrm>
            <a:custGeom>
              <a:avLst/>
              <a:gdLst/>
              <a:ahLst/>
              <a:cxnLst/>
              <a:rect l="l" t="t" r="r" b="b"/>
              <a:pathLst>
                <a:path w="642619" h="589279">
                  <a:moveTo>
                    <a:pt x="102996" y="0"/>
                  </a:moveTo>
                  <a:lnTo>
                    <a:pt x="73301" y="33136"/>
                  </a:lnTo>
                  <a:lnTo>
                    <a:pt x="48049" y="69931"/>
                  </a:lnTo>
                  <a:lnTo>
                    <a:pt x="27666" y="109961"/>
                  </a:lnTo>
                  <a:lnTo>
                    <a:pt x="12580" y="152800"/>
                  </a:lnTo>
                  <a:lnTo>
                    <a:pt x="3216" y="198025"/>
                  </a:lnTo>
                  <a:lnTo>
                    <a:pt x="0" y="245211"/>
                  </a:lnTo>
                  <a:lnTo>
                    <a:pt x="3135" y="291823"/>
                  </a:lnTo>
                  <a:lnTo>
                    <a:pt x="12270" y="336528"/>
                  </a:lnTo>
                  <a:lnTo>
                    <a:pt x="26994" y="378917"/>
                  </a:lnTo>
                  <a:lnTo>
                    <a:pt x="46899" y="418583"/>
                  </a:lnTo>
                  <a:lnTo>
                    <a:pt x="71574" y="455114"/>
                  </a:lnTo>
                  <a:lnTo>
                    <a:pt x="100610" y="488102"/>
                  </a:lnTo>
                  <a:lnTo>
                    <a:pt x="133599" y="517137"/>
                  </a:lnTo>
                  <a:lnTo>
                    <a:pt x="170131" y="541812"/>
                  </a:lnTo>
                  <a:lnTo>
                    <a:pt x="209795" y="561715"/>
                  </a:lnTo>
                  <a:lnTo>
                    <a:pt x="252184" y="576438"/>
                  </a:lnTo>
                  <a:lnTo>
                    <a:pt x="296888" y="585572"/>
                  </a:lnTo>
                  <a:lnTo>
                    <a:pt x="343496" y="588708"/>
                  </a:lnTo>
                  <a:lnTo>
                    <a:pt x="526275" y="588708"/>
                  </a:lnTo>
                  <a:lnTo>
                    <a:pt x="559498" y="585259"/>
                  </a:lnTo>
                  <a:lnTo>
                    <a:pt x="590353" y="575381"/>
                  </a:lnTo>
                  <a:lnTo>
                    <a:pt x="618140" y="559781"/>
                  </a:lnTo>
                  <a:lnTo>
                    <a:pt x="642162" y="539165"/>
                  </a:lnTo>
                  <a:lnTo>
                    <a:pt x="595350" y="492353"/>
                  </a:lnTo>
                  <a:lnTo>
                    <a:pt x="581135" y="504886"/>
                  </a:lnTo>
                  <a:lnTo>
                    <a:pt x="564594" y="514381"/>
                  </a:lnTo>
                  <a:lnTo>
                    <a:pt x="546162" y="520399"/>
                  </a:lnTo>
                  <a:lnTo>
                    <a:pt x="526275" y="522503"/>
                  </a:lnTo>
                  <a:lnTo>
                    <a:pt x="343496" y="522274"/>
                  </a:lnTo>
                  <a:lnTo>
                    <a:pt x="293697" y="517811"/>
                  </a:lnTo>
                  <a:lnTo>
                    <a:pt x="246825" y="504941"/>
                  </a:lnTo>
                  <a:lnTo>
                    <a:pt x="203664" y="484448"/>
                  </a:lnTo>
                  <a:lnTo>
                    <a:pt x="164997" y="457114"/>
                  </a:lnTo>
                  <a:lnTo>
                    <a:pt x="131605" y="423721"/>
                  </a:lnTo>
                  <a:lnTo>
                    <a:pt x="104272" y="385052"/>
                  </a:lnTo>
                  <a:lnTo>
                    <a:pt x="83779" y="341889"/>
                  </a:lnTo>
                  <a:lnTo>
                    <a:pt x="70910" y="295015"/>
                  </a:lnTo>
                  <a:lnTo>
                    <a:pt x="66446" y="245211"/>
                  </a:lnTo>
                  <a:lnTo>
                    <a:pt x="72252" y="188534"/>
                  </a:lnTo>
                  <a:lnTo>
                    <a:pt x="88888" y="135826"/>
                  </a:lnTo>
                  <a:lnTo>
                    <a:pt x="115186" y="88252"/>
                  </a:lnTo>
                  <a:lnTo>
                    <a:pt x="149974" y="46977"/>
                  </a:lnTo>
                  <a:lnTo>
                    <a:pt x="102996" y="0"/>
                  </a:lnTo>
                  <a:close/>
                </a:path>
              </a:pathLst>
            </a:custGeom>
            <a:solidFill>
              <a:srgbClr val="CF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0">
              <a:extLst>
                <a:ext uri="{FF2B5EF4-FFF2-40B4-BE49-F238E27FC236}">
                  <a16:creationId xmlns:a16="http://schemas.microsoft.com/office/drawing/2014/main" id="{90010BEB-E405-0A5D-888C-186857341032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198" y="5743225"/>
              <a:ext cx="104267" cy="105029"/>
            </a:xfrm>
            <a:prstGeom prst="rect">
              <a:avLst/>
            </a:prstGeom>
          </p:spPr>
        </p:pic>
        <p:pic>
          <p:nvPicPr>
            <p:cNvPr id="18" name="object 11">
              <a:extLst>
                <a:ext uri="{FF2B5EF4-FFF2-40B4-BE49-F238E27FC236}">
                  <a16:creationId xmlns:a16="http://schemas.microsoft.com/office/drawing/2014/main" id="{65D9D782-8B13-D977-BD75-FA1A86A8B426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5009" y="5743224"/>
              <a:ext cx="70256" cy="101549"/>
            </a:xfrm>
            <a:prstGeom prst="rect">
              <a:avLst/>
            </a:prstGeom>
          </p:spPr>
        </p:pic>
        <p:pic>
          <p:nvPicPr>
            <p:cNvPr id="19" name="object 12">
              <a:extLst>
                <a:ext uri="{FF2B5EF4-FFF2-40B4-BE49-F238E27FC236}">
                  <a16:creationId xmlns:a16="http://schemas.microsoft.com/office/drawing/2014/main" id="{A0E22851-7AE9-653E-42DB-8A5D1384B03F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8769" y="5743223"/>
              <a:ext cx="87960" cy="105028"/>
            </a:xfrm>
            <a:prstGeom prst="rect">
              <a:avLst/>
            </a:prstGeom>
          </p:spPr>
        </p:pic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8D7DE403-A689-7788-2FFF-D56056CB25C9}"/>
                </a:ext>
              </a:extLst>
            </p:cNvPr>
            <p:cNvSpPr/>
            <p:nvPr/>
          </p:nvSpPr>
          <p:spPr>
            <a:xfrm>
              <a:off x="782764" y="5859627"/>
              <a:ext cx="84455" cy="16510"/>
            </a:xfrm>
            <a:custGeom>
              <a:avLst/>
              <a:gdLst/>
              <a:ahLst/>
              <a:cxnLst/>
              <a:rect l="l" t="t" r="r" b="b"/>
              <a:pathLst>
                <a:path w="84455" h="16510">
                  <a:moveTo>
                    <a:pt x="84302" y="0"/>
                  </a:moveTo>
                  <a:lnTo>
                    <a:pt x="0" y="0"/>
                  </a:lnTo>
                  <a:lnTo>
                    <a:pt x="0" y="16217"/>
                  </a:lnTo>
                  <a:lnTo>
                    <a:pt x="84302" y="16217"/>
                  </a:lnTo>
                  <a:lnTo>
                    <a:pt x="84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4">
              <a:extLst>
                <a:ext uri="{FF2B5EF4-FFF2-40B4-BE49-F238E27FC236}">
                  <a16:creationId xmlns:a16="http://schemas.microsoft.com/office/drawing/2014/main" id="{225F124A-376A-21EB-3CE4-FE4D0362A239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5910" y="5744923"/>
              <a:ext cx="96469" cy="99847"/>
            </a:xfrm>
            <a:prstGeom prst="rect">
              <a:avLst/>
            </a:prstGeom>
          </p:spPr>
        </p:pic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B216AA95-2187-D4DA-4E90-D87BEF95040F}"/>
                </a:ext>
              </a:extLst>
            </p:cNvPr>
            <p:cNvSpPr/>
            <p:nvPr/>
          </p:nvSpPr>
          <p:spPr>
            <a:xfrm>
              <a:off x="895436" y="5131116"/>
              <a:ext cx="353060" cy="357505"/>
            </a:xfrm>
            <a:custGeom>
              <a:avLst/>
              <a:gdLst/>
              <a:ahLst/>
              <a:cxnLst/>
              <a:rect l="l" t="t" r="r" b="b"/>
              <a:pathLst>
                <a:path w="353059" h="357504">
                  <a:moveTo>
                    <a:pt x="178587" y="0"/>
                  </a:moveTo>
                  <a:lnTo>
                    <a:pt x="131112" y="6379"/>
                  </a:lnTo>
                  <a:lnTo>
                    <a:pt x="88452" y="24383"/>
                  </a:lnTo>
                  <a:lnTo>
                    <a:pt x="52308" y="52308"/>
                  </a:lnTo>
                  <a:lnTo>
                    <a:pt x="24383" y="88452"/>
                  </a:lnTo>
                  <a:lnTo>
                    <a:pt x="6379" y="131112"/>
                  </a:lnTo>
                  <a:lnTo>
                    <a:pt x="0" y="178587"/>
                  </a:lnTo>
                  <a:lnTo>
                    <a:pt x="6379" y="226072"/>
                  </a:lnTo>
                  <a:lnTo>
                    <a:pt x="24383" y="268740"/>
                  </a:lnTo>
                  <a:lnTo>
                    <a:pt x="52308" y="304888"/>
                  </a:lnTo>
                  <a:lnTo>
                    <a:pt x="88452" y="332816"/>
                  </a:lnTo>
                  <a:lnTo>
                    <a:pt x="131112" y="350820"/>
                  </a:lnTo>
                  <a:lnTo>
                    <a:pt x="178587" y="357200"/>
                  </a:lnTo>
                  <a:lnTo>
                    <a:pt x="189953" y="356768"/>
                  </a:lnTo>
                  <a:lnTo>
                    <a:pt x="191096" y="357200"/>
                  </a:lnTo>
                  <a:lnTo>
                    <a:pt x="297357" y="247332"/>
                  </a:lnTo>
                  <a:lnTo>
                    <a:pt x="297357" y="329107"/>
                  </a:lnTo>
                  <a:lnTo>
                    <a:pt x="352996" y="329107"/>
                  </a:lnTo>
                  <a:lnTo>
                    <a:pt x="352996" y="162725"/>
                  </a:lnTo>
                  <a:lnTo>
                    <a:pt x="297357" y="162725"/>
                  </a:lnTo>
                  <a:lnTo>
                    <a:pt x="186613" y="162725"/>
                  </a:lnTo>
                  <a:lnTo>
                    <a:pt x="186613" y="218363"/>
                  </a:lnTo>
                  <a:lnTo>
                    <a:pt x="246710" y="218363"/>
                  </a:lnTo>
                  <a:lnTo>
                    <a:pt x="173139" y="294817"/>
                  </a:lnTo>
                  <a:lnTo>
                    <a:pt x="129755" y="284236"/>
                  </a:lnTo>
                  <a:lnTo>
                    <a:pt x="94516" y="259057"/>
                  </a:lnTo>
                  <a:lnTo>
                    <a:pt x="70854" y="222701"/>
                  </a:lnTo>
                  <a:lnTo>
                    <a:pt x="62204" y="178587"/>
                  </a:lnTo>
                  <a:lnTo>
                    <a:pt x="71350" y="133286"/>
                  </a:lnTo>
                  <a:lnTo>
                    <a:pt x="96292" y="96292"/>
                  </a:lnTo>
                  <a:lnTo>
                    <a:pt x="133286" y="71350"/>
                  </a:lnTo>
                  <a:lnTo>
                    <a:pt x="178587" y="62204"/>
                  </a:lnTo>
                  <a:lnTo>
                    <a:pt x="211940" y="67056"/>
                  </a:lnTo>
                  <a:lnTo>
                    <a:pt x="241512" y="80671"/>
                  </a:lnTo>
                  <a:lnTo>
                    <a:pt x="265898" y="101643"/>
                  </a:lnTo>
                  <a:lnTo>
                    <a:pt x="283692" y="128562"/>
                  </a:lnTo>
                  <a:lnTo>
                    <a:pt x="350024" y="128562"/>
                  </a:lnTo>
                  <a:lnTo>
                    <a:pt x="331680" y="86667"/>
                  </a:lnTo>
                  <a:lnTo>
                    <a:pt x="303725" y="51218"/>
                  </a:lnTo>
                  <a:lnTo>
                    <a:pt x="267799" y="23860"/>
                  </a:lnTo>
                  <a:lnTo>
                    <a:pt x="225539" y="6239"/>
                  </a:lnTo>
                  <a:lnTo>
                    <a:pt x="178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E2D5D5C-5D16-5CED-7B48-11F33CFBEF0D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0" y="16510"/>
            <a:ext cx="12192000" cy="6908979"/>
          </a:xfrm>
          <a:custGeom>
            <a:avLst/>
            <a:gdLst>
              <a:gd name="connsiteX0" fmla="*/ 7321665 w 12192000"/>
              <a:gd name="connsiteY0" fmla="*/ 854658 h 6908979"/>
              <a:gd name="connsiteX1" fmla="*/ 9917207 w 12192000"/>
              <a:gd name="connsiteY1" fmla="*/ 3450200 h 6908979"/>
              <a:gd name="connsiteX2" fmla="*/ 9917140 w 12192000"/>
              <a:gd name="connsiteY2" fmla="*/ 3451530 h 6908979"/>
              <a:gd name="connsiteX3" fmla="*/ 9917207 w 12192000"/>
              <a:gd name="connsiteY3" fmla="*/ 3452858 h 6908979"/>
              <a:gd name="connsiteX4" fmla="*/ 9917207 w 12192000"/>
              <a:gd name="connsiteY4" fmla="*/ 5286260 h 6908979"/>
              <a:gd name="connsiteX5" fmla="*/ 9157724 w 12192000"/>
              <a:gd name="connsiteY5" fmla="*/ 6045742 h 6908979"/>
              <a:gd name="connsiteX6" fmla="*/ 7411783 w 12192000"/>
              <a:gd name="connsiteY6" fmla="*/ 6045742 h 6908979"/>
              <a:gd name="connsiteX7" fmla="*/ 7366725 w 12192000"/>
              <a:gd name="connsiteY7" fmla="*/ 6043468 h 6908979"/>
              <a:gd name="connsiteX8" fmla="*/ 7321665 w 12192000"/>
              <a:gd name="connsiteY8" fmla="*/ 6045742 h 6908979"/>
              <a:gd name="connsiteX9" fmla="*/ 4726123 w 12192000"/>
              <a:gd name="connsiteY9" fmla="*/ 3450200 h 6908979"/>
              <a:gd name="connsiteX10" fmla="*/ 7321665 w 12192000"/>
              <a:gd name="connsiteY10" fmla="*/ 854658 h 6908979"/>
              <a:gd name="connsiteX11" fmla="*/ 367811 w 12192000"/>
              <a:gd name="connsiteY11" fmla="*/ 523240 h 6908979"/>
              <a:gd name="connsiteX12" fmla="*/ 367811 w 12192000"/>
              <a:gd name="connsiteY12" fmla="*/ 6358743 h 6908979"/>
              <a:gd name="connsiteX13" fmla="*/ 10246213 w 12192000"/>
              <a:gd name="connsiteY13" fmla="*/ 6358743 h 6908979"/>
              <a:gd name="connsiteX14" fmla="*/ 10246213 w 12192000"/>
              <a:gd name="connsiteY14" fmla="*/ 523240 h 6908979"/>
              <a:gd name="connsiteX15" fmla="*/ 0 w 12192000"/>
              <a:gd name="connsiteY15" fmla="*/ 0 h 6908979"/>
              <a:gd name="connsiteX16" fmla="*/ 12192000 w 12192000"/>
              <a:gd name="connsiteY16" fmla="*/ 0 h 6908979"/>
              <a:gd name="connsiteX17" fmla="*/ 12192000 w 12192000"/>
              <a:gd name="connsiteY17" fmla="*/ 6908979 h 6908979"/>
              <a:gd name="connsiteX18" fmla="*/ 0 w 12192000"/>
              <a:gd name="connsiteY18" fmla="*/ 6908979 h 6908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6908979">
                <a:moveTo>
                  <a:pt x="7321665" y="854658"/>
                </a:moveTo>
                <a:cubicBezTo>
                  <a:pt x="8755143" y="854658"/>
                  <a:pt x="9917207" y="2016722"/>
                  <a:pt x="9917207" y="3450200"/>
                </a:cubicBezTo>
                <a:lnTo>
                  <a:pt x="9917140" y="3451530"/>
                </a:lnTo>
                <a:lnTo>
                  <a:pt x="9917207" y="3452858"/>
                </a:lnTo>
                <a:lnTo>
                  <a:pt x="9917207" y="5286260"/>
                </a:lnTo>
                <a:cubicBezTo>
                  <a:pt x="9917207" y="5705710"/>
                  <a:pt x="9577175" y="6045742"/>
                  <a:pt x="9157724" y="6045742"/>
                </a:cubicBezTo>
                <a:lnTo>
                  <a:pt x="7411783" y="6045742"/>
                </a:lnTo>
                <a:lnTo>
                  <a:pt x="7366725" y="6043468"/>
                </a:lnTo>
                <a:lnTo>
                  <a:pt x="7321665" y="6045742"/>
                </a:lnTo>
                <a:cubicBezTo>
                  <a:pt x="5888187" y="6045742"/>
                  <a:pt x="4726123" y="4883678"/>
                  <a:pt x="4726123" y="3450200"/>
                </a:cubicBezTo>
                <a:cubicBezTo>
                  <a:pt x="4726123" y="2016722"/>
                  <a:pt x="5888187" y="854658"/>
                  <a:pt x="7321665" y="854658"/>
                </a:cubicBezTo>
                <a:close/>
                <a:moveTo>
                  <a:pt x="367811" y="523240"/>
                </a:moveTo>
                <a:lnTo>
                  <a:pt x="367811" y="6358743"/>
                </a:lnTo>
                <a:lnTo>
                  <a:pt x="10246213" y="6358743"/>
                </a:lnTo>
                <a:lnTo>
                  <a:pt x="10246213" y="52324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908979"/>
                </a:lnTo>
                <a:lnTo>
                  <a:pt x="0" y="690897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3A5B72-076C-E826-F672-7DC6692C2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940" y="1859077"/>
            <a:ext cx="4146038" cy="678657"/>
          </a:xfrm>
        </p:spPr>
        <p:txBody>
          <a:bodyPr lIns="0" tIns="0" rIns="0" bIns="0" anchor="b">
            <a:normAutofit/>
          </a:bodyPr>
          <a:lstStyle>
            <a:lvl1pPr algn="l">
              <a:defRPr sz="2100" b="0" i="0" spc="0" baseline="0">
                <a:solidFill>
                  <a:srgbClr val="EC5F27"/>
                </a:solidFill>
                <a:latin typeface="Manrop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CB50169-015D-58AD-23FF-65BC68540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940" y="2629307"/>
            <a:ext cx="4146038" cy="2180104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400"/>
              </a:lnSpc>
              <a:buNone/>
              <a:tabLst>
                <a:tab pos="1905000" algn="l"/>
              </a:tabLst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DCDA919-1B07-8D1F-0EA3-4037F7FD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2939" y="871167"/>
            <a:ext cx="3417399" cy="318618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anrope Light" pitchFamily="2" charset="0"/>
              </a:defRPr>
            </a:lvl1pPr>
          </a:lstStyle>
          <a:p>
            <a:fld id="{67C790EF-54B8-C149-91E8-9077B0E46BAD}" type="datetime4">
              <a:rPr lang="en-GB" smtClean="0"/>
              <a:pPr/>
              <a:t>30 June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2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oup of women eating at a restaurant&#10;&#10;AI-generated content may be incorrect.">
            <a:extLst>
              <a:ext uri="{FF2B5EF4-FFF2-40B4-BE49-F238E27FC236}">
                <a16:creationId xmlns:a16="http://schemas.microsoft.com/office/drawing/2014/main" id="{296AA135-B612-4963-426A-C12A53D359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1EE55A87-7EF1-FF01-87BF-CBC75F4C329E}"/>
              </a:ext>
            </a:extLst>
          </p:cNvPr>
          <p:cNvSpPr/>
          <p:nvPr userDrawn="1"/>
        </p:nvSpPr>
        <p:spPr>
          <a:xfrm>
            <a:off x="374650" y="539750"/>
            <a:ext cx="9878402" cy="5835503"/>
          </a:xfrm>
          <a:custGeom>
            <a:avLst/>
            <a:gdLst>
              <a:gd name="connsiteX0" fmla="*/ 6915083 w 9878402"/>
              <a:gd name="connsiteY0" fmla="*/ 322458 h 5835503"/>
              <a:gd name="connsiteX1" fmla="*/ 4299854 w 9878402"/>
              <a:gd name="connsiteY1" fmla="*/ 2937687 h 5835503"/>
              <a:gd name="connsiteX2" fmla="*/ 6915083 w 9878402"/>
              <a:gd name="connsiteY2" fmla="*/ 5552916 h 5835503"/>
              <a:gd name="connsiteX3" fmla="*/ 6935091 w 9878402"/>
              <a:gd name="connsiteY3" fmla="*/ 5551906 h 5835503"/>
              <a:gd name="connsiteX4" fmla="*/ 6955099 w 9878402"/>
              <a:gd name="connsiteY4" fmla="*/ 5552916 h 5835503"/>
              <a:gd name="connsiteX5" fmla="*/ 8744415 w 9878402"/>
              <a:gd name="connsiteY5" fmla="*/ 5552916 h 5835503"/>
              <a:gd name="connsiteX6" fmla="*/ 9530312 w 9878402"/>
              <a:gd name="connsiteY6" fmla="*/ 4767019 h 5835503"/>
              <a:gd name="connsiteX7" fmla="*/ 9530312 w 9878402"/>
              <a:gd name="connsiteY7" fmla="*/ 2979561 h 5835503"/>
              <a:gd name="connsiteX8" fmla="*/ 9529255 w 9878402"/>
              <a:gd name="connsiteY8" fmla="*/ 2958624 h 5835503"/>
              <a:gd name="connsiteX9" fmla="*/ 9530312 w 9878402"/>
              <a:gd name="connsiteY9" fmla="*/ 2937687 h 5835503"/>
              <a:gd name="connsiteX10" fmla="*/ 6915083 w 9878402"/>
              <a:gd name="connsiteY10" fmla="*/ 322458 h 5835503"/>
              <a:gd name="connsiteX11" fmla="*/ 0 w 9878402"/>
              <a:gd name="connsiteY11" fmla="*/ 0 h 5835503"/>
              <a:gd name="connsiteX12" fmla="*/ 9878402 w 9878402"/>
              <a:gd name="connsiteY12" fmla="*/ 0 h 5835503"/>
              <a:gd name="connsiteX13" fmla="*/ 9878402 w 9878402"/>
              <a:gd name="connsiteY13" fmla="*/ 5835503 h 5835503"/>
              <a:gd name="connsiteX14" fmla="*/ 0 w 9878402"/>
              <a:gd name="connsiteY14" fmla="*/ 5835503 h 5835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878402" h="5835503">
                <a:moveTo>
                  <a:pt x="6915083" y="322458"/>
                </a:moveTo>
                <a:cubicBezTo>
                  <a:pt x="5470732" y="322458"/>
                  <a:pt x="4299854" y="1493336"/>
                  <a:pt x="4299854" y="2937687"/>
                </a:cubicBezTo>
                <a:cubicBezTo>
                  <a:pt x="4299854" y="4382038"/>
                  <a:pt x="5470732" y="5552916"/>
                  <a:pt x="6915083" y="5552916"/>
                </a:cubicBezTo>
                <a:lnTo>
                  <a:pt x="6935091" y="5551906"/>
                </a:lnTo>
                <a:lnTo>
                  <a:pt x="6955099" y="5552916"/>
                </a:lnTo>
                <a:lnTo>
                  <a:pt x="8744415" y="5552916"/>
                </a:lnTo>
                <a:cubicBezTo>
                  <a:pt x="9178454" y="5552916"/>
                  <a:pt x="9530312" y="5201058"/>
                  <a:pt x="9530312" y="4767019"/>
                </a:cubicBezTo>
                <a:lnTo>
                  <a:pt x="9530312" y="2979561"/>
                </a:lnTo>
                <a:lnTo>
                  <a:pt x="9529255" y="2958624"/>
                </a:lnTo>
                <a:lnTo>
                  <a:pt x="9530312" y="2937687"/>
                </a:lnTo>
                <a:cubicBezTo>
                  <a:pt x="9530312" y="1493336"/>
                  <a:pt x="8359434" y="322458"/>
                  <a:pt x="6915083" y="322458"/>
                </a:cubicBezTo>
                <a:close/>
                <a:moveTo>
                  <a:pt x="0" y="0"/>
                </a:moveTo>
                <a:lnTo>
                  <a:pt x="9878402" y="0"/>
                </a:lnTo>
                <a:lnTo>
                  <a:pt x="9878402" y="5835503"/>
                </a:lnTo>
                <a:lnTo>
                  <a:pt x="0" y="5835503"/>
                </a:lnTo>
                <a:close/>
              </a:path>
            </a:pathLst>
          </a:custGeom>
          <a:gradFill>
            <a:gsLst>
              <a:gs pos="22000">
                <a:srgbClr val="EC5F27"/>
              </a:gs>
              <a:gs pos="74000">
                <a:srgbClr val="470000"/>
              </a:gs>
              <a:gs pos="47000">
                <a:srgbClr val="D02929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object 7">
            <a:extLst>
              <a:ext uri="{FF2B5EF4-FFF2-40B4-BE49-F238E27FC236}">
                <a16:creationId xmlns:a16="http://schemas.microsoft.com/office/drawing/2014/main" id="{F7050FA5-2926-4ACF-8AC0-72D1DC0D7199}"/>
              </a:ext>
            </a:extLst>
          </p:cNvPr>
          <p:cNvGrpSpPr/>
          <p:nvPr userDrawn="1"/>
        </p:nvGrpSpPr>
        <p:grpSpPr>
          <a:xfrm>
            <a:off x="730841" y="5145388"/>
            <a:ext cx="687070" cy="910590"/>
            <a:chOff x="730841" y="4965794"/>
            <a:chExt cx="687070" cy="910590"/>
          </a:xfrm>
        </p:grpSpPr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3A4943E6-4CBA-E3A1-B1DF-2B2462767209}"/>
                </a:ext>
              </a:extLst>
            </p:cNvPr>
            <p:cNvSpPr/>
            <p:nvPr/>
          </p:nvSpPr>
          <p:spPr>
            <a:xfrm>
              <a:off x="730841" y="4965794"/>
              <a:ext cx="687070" cy="687070"/>
            </a:xfrm>
            <a:custGeom>
              <a:avLst/>
              <a:gdLst/>
              <a:ahLst/>
              <a:cxnLst/>
              <a:rect l="l" t="t" r="r" b="b"/>
              <a:pathLst>
                <a:path w="687069" h="687070">
                  <a:moveTo>
                    <a:pt x="343496" y="0"/>
                  </a:moveTo>
                  <a:lnTo>
                    <a:pt x="296888" y="3135"/>
                  </a:lnTo>
                  <a:lnTo>
                    <a:pt x="252184" y="12269"/>
                  </a:lnTo>
                  <a:lnTo>
                    <a:pt x="209795" y="26993"/>
                  </a:lnTo>
                  <a:lnTo>
                    <a:pt x="170131" y="46896"/>
                  </a:lnTo>
                  <a:lnTo>
                    <a:pt x="133599" y="71570"/>
                  </a:lnTo>
                  <a:lnTo>
                    <a:pt x="100610" y="100606"/>
                  </a:lnTo>
                  <a:lnTo>
                    <a:pt x="71574" y="133594"/>
                  </a:lnTo>
                  <a:lnTo>
                    <a:pt x="46899" y="170125"/>
                  </a:lnTo>
                  <a:lnTo>
                    <a:pt x="26994" y="209790"/>
                  </a:lnTo>
                  <a:lnTo>
                    <a:pt x="12270" y="252180"/>
                  </a:lnTo>
                  <a:lnTo>
                    <a:pt x="3135" y="296885"/>
                  </a:lnTo>
                  <a:lnTo>
                    <a:pt x="0" y="343496"/>
                  </a:lnTo>
                  <a:lnTo>
                    <a:pt x="3135" y="390105"/>
                  </a:lnTo>
                  <a:lnTo>
                    <a:pt x="12270" y="434808"/>
                  </a:lnTo>
                  <a:lnTo>
                    <a:pt x="26994" y="477195"/>
                  </a:lnTo>
                  <a:lnTo>
                    <a:pt x="46899" y="516859"/>
                  </a:lnTo>
                  <a:lnTo>
                    <a:pt x="71574" y="553389"/>
                  </a:lnTo>
                  <a:lnTo>
                    <a:pt x="100610" y="586376"/>
                  </a:lnTo>
                  <a:lnTo>
                    <a:pt x="133599" y="615411"/>
                  </a:lnTo>
                  <a:lnTo>
                    <a:pt x="170131" y="640085"/>
                  </a:lnTo>
                  <a:lnTo>
                    <a:pt x="209795" y="659988"/>
                  </a:lnTo>
                  <a:lnTo>
                    <a:pt x="252184" y="674711"/>
                  </a:lnTo>
                  <a:lnTo>
                    <a:pt x="296888" y="683845"/>
                  </a:lnTo>
                  <a:lnTo>
                    <a:pt x="343496" y="686981"/>
                  </a:lnTo>
                  <a:lnTo>
                    <a:pt x="526275" y="686981"/>
                  </a:lnTo>
                  <a:lnTo>
                    <a:pt x="577000" y="678800"/>
                  </a:lnTo>
                  <a:lnTo>
                    <a:pt x="621052" y="656019"/>
                  </a:lnTo>
                  <a:lnTo>
                    <a:pt x="655790" y="621281"/>
                  </a:lnTo>
                  <a:lnTo>
                    <a:pt x="656052" y="620776"/>
                  </a:lnTo>
                  <a:lnTo>
                    <a:pt x="526275" y="620776"/>
                  </a:lnTo>
                  <a:lnTo>
                    <a:pt x="343496" y="620547"/>
                  </a:lnTo>
                  <a:lnTo>
                    <a:pt x="293697" y="616083"/>
                  </a:lnTo>
                  <a:lnTo>
                    <a:pt x="246825" y="603214"/>
                  </a:lnTo>
                  <a:lnTo>
                    <a:pt x="203664" y="582721"/>
                  </a:lnTo>
                  <a:lnTo>
                    <a:pt x="164997" y="555388"/>
                  </a:lnTo>
                  <a:lnTo>
                    <a:pt x="131605" y="521996"/>
                  </a:lnTo>
                  <a:lnTo>
                    <a:pt x="104272" y="483329"/>
                  </a:lnTo>
                  <a:lnTo>
                    <a:pt x="83779" y="440168"/>
                  </a:lnTo>
                  <a:lnTo>
                    <a:pt x="70910" y="393296"/>
                  </a:lnTo>
                  <a:lnTo>
                    <a:pt x="66446" y="343496"/>
                  </a:lnTo>
                  <a:lnTo>
                    <a:pt x="70910" y="293693"/>
                  </a:lnTo>
                  <a:lnTo>
                    <a:pt x="83779" y="246818"/>
                  </a:lnTo>
                  <a:lnTo>
                    <a:pt x="104272" y="203655"/>
                  </a:lnTo>
                  <a:lnTo>
                    <a:pt x="131605" y="164986"/>
                  </a:lnTo>
                  <a:lnTo>
                    <a:pt x="164997" y="131594"/>
                  </a:lnTo>
                  <a:lnTo>
                    <a:pt x="203664" y="104259"/>
                  </a:lnTo>
                  <a:lnTo>
                    <a:pt x="246825" y="83766"/>
                  </a:lnTo>
                  <a:lnTo>
                    <a:pt x="293697" y="70897"/>
                  </a:lnTo>
                  <a:lnTo>
                    <a:pt x="343496" y="66433"/>
                  </a:lnTo>
                  <a:lnTo>
                    <a:pt x="545788" y="66433"/>
                  </a:lnTo>
                  <a:lnTo>
                    <a:pt x="516862" y="46896"/>
                  </a:lnTo>
                  <a:lnTo>
                    <a:pt x="477197" y="26993"/>
                  </a:lnTo>
                  <a:lnTo>
                    <a:pt x="434809" y="12269"/>
                  </a:lnTo>
                  <a:lnTo>
                    <a:pt x="390105" y="3135"/>
                  </a:lnTo>
                  <a:lnTo>
                    <a:pt x="343496" y="0"/>
                  </a:lnTo>
                  <a:close/>
                </a:path>
                <a:path w="687069" h="687070">
                  <a:moveTo>
                    <a:pt x="545788" y="66433"/>
                  </a:moveTo>
                  <a:lnTo>
                    <a:pt x="343496" y="66433"/>
                  </a:lnTo>
                  <a:lnTo>
                    <a:pt x="393296" y="70897"/>
                  </a:lnTo>
                  <a:lnTo>
                    <a:pt x="440168" y="83766"/>
                  </a:lnTo>
                  <a:lnTo>
                    <a:pt x="483329" y="104259"/>
                  </a:lnTo>
                  <a:lnTo>
                    <a:pt x="521996" y="131594"/>
                  </a:lnTo>
                  <a:lnTo>
                    <a:pt x="555388" y="164986"/>
                  </a:lnTo>
                  <a:lnTo>
                    <a:pt x="582721" y="203655"/>
                  </a:lnTo>
                  <a:lnTo>
                    <a:pt x="603214" y="246818"/>
                  </a:lnTo>
                  <a:lnTo>
                    <a:pt x="616083" y="293693"/>
                  </a:lnTo>
                  <a:lnTo>
                    <a:pt x="620547" y="343496"/>
                  </a:lnTo>
                  <a:lnTo>
                    <a:pt x="620547" y="526503"/>
                  </a:lnTo>
                  <a:lnTo>
                    <a:pt x="613139" y="563200"/>
                  </a:lnTo>
                  <a:lnTo>
                    <a:pt x="592937" y="593166"/>
                  </a:lnTo>
                  <a:lnTo>
                    <a:pt x="562972" y="613368"/>
                  </a:lnTo>
                  <a:lnTo>
                    <a:pt x="526275" y="620776"/>
                  </a:lnTo>
                  <a:lnTo>
                    <a:pt x="656052" y="620776"/>
                  </a:lnTo>
                  <a:lnTo>
                    <a:pt x="678571" y="577228"/>
                  </a:lnTo>
                  <a:lnTo>
                    <a:pt x="686752" y="526503"/>
                  </a:lnTo>
                  <a:lnTo>
                    <a:pt x="686873" y="434808"/>
                  </a:lnTo>
                  <a:lnTo>
                    <a:pt x="686993" y="343496"/>
                  </a:lnTo>
                  <a:lnTo>
                    <a:pt x="683857" y="296885"/>
                  </a:lnTo>
                  <a:lnTo>
                    <a:pt x="674723" y="252180"/>
                  </a:lnTo>
                  <a:lnTo>
                    <a:pt x="659998" y="209790"/>
                  </a:lnTo>
                  <a:lnTo>
                    <a:pt x="640094" y="170125"/>
                  </a:lnTo>
                  <a:lnTo>
                    <a:pt x="615419" y="133594"/>
                  </a:lnTo>
                  <a:lnTo>
                    <a:pt x="586382" y="100606"/>
                  </a:lnTo>
                  <a:lnTo>
                    <a:pt x="553394" y="71570"/>
                  </a:lnTo>
                  <a:lnTo>
                    <a:pt x="545788" y="66433"/>
                  </a:lnTo>
                  <a:close/>
                </a:path>
              </a:pathLst>
            </a:custGeom>
            <a:solidFill>
              <a:srgbClr val="EB6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EF472ADF-33AB-7903-551A-CE52D337FECB}"/>
                </a:ext>
              </a:extLst>
            </p:cNvPr>
            <p:cNvSpPr/>
            <p:nvPr/>
          </p:nvSpPr>
          <p:spPr>
            <a:xfrm>
              <a:off x="730841" y="5064070"/>
              <a:ext cx="642620" cy="589280"/>
            </a:xfrm>
            <a:custGeom>
              <a:avLst/>
              <a:gdLst/>
              <a:ahLst/>
              <a:cxnLst/>
              <a:rect l="l" t="t" r="r" b="b"/>
              <a:pathLst>
                <a:path w="642619" h="589279">
                  <a:moveTo>
                    <a:pt x="102996" y="0"/>
                  </a:moveTo>
                  <a:lnTo>
                    <a:pt x="73301" y="33136"/>
                  </a:lnTo>
                  <a:lnTo>
                    <a:pt x="48049" y="69931"/>
                  </a:lnTo>
                  <a:lnTo>
                    <a:pt x="27666" y="109961"/>
                  </a:lnTo>
                  <a:lnTo>
                    <a:pt x="12580" y="152800"/>
                  </a:lnTo>
                  <a:lnTo>
                    <a:pt x="3216" y="198025"/>
                  </a:lnTo>
                  <a:lnTo>
                    <a:pt x="0" y="245211"/>
                  </a:lnTo>
                  <a:lnTo>
                    <a:pt x="3135" y="291823"/>
                  </a:lnTo>
                  <a:lnTo>
                    <a:pt x="12270" y="336528"/>
                  </a:lnTo>
                  <a:lnTo>
                    <a:pt x="26994" y="378917"/>
                  </a:lnTo>
                  <a:lnTo>
                    <a:pt x="46899" y="418583"/>
                  </a:lnTo>
                  <a:lnTo>
                    <a:pt x="71574" y="455114"/>
                  </a:lnTo>
                  <a:lnTo>
                    <a:pt x="100610" y="488102"/>
                  </a:lnTo>
                  <a:lnTo>
                    <a:pt x="133599" y="517137"/>
                  </a:lnTo>
                  <a:lnTo>
                    <a:pt x="170131" y="541812"/>
                  </a:lnTo>
                  <a:lnTo>
                    <a:pt x="209795" y="561715"/>
                  </a:lnTo>
                  <a:lnTo>
                    <a:pt x="252184" y="576438"/>
                  </a:lnTo>
                  <a:lnTo>
                    <a:pt x="296888" y="585572"/>
                  </a:lnTo>
                  <a:lnTo>
                    <a:pt x="343496" y="588708"/>
                  </a:lnTo>
                  <a:lnTo>
                    <a:pt x="526275" y="588708"/>
                  </a:lnTo>
                  <a:lnTo>
                    <a:pt x="559498" y="585259"/>
                  </a:lnTo>
                  <a:lnTo>
                    <a:pt x="590353" y="575381"/>
                  </a:lnTo>
                  <a:lnTo>
                    <a:pt x="618140" y="559781"/>
                  </a:lnTo>
                  <a:lnTo>
                    <a:pt x="642162" y="539165"/>
                  </a:lnTo>
                  <a:lnTo>
                    <a:pt x="595350" y="492353"/>
                  </a:lnTo>
                  <a:lnTo>
                    <a:pt x="581135" y="504886"/>
                  </a:lnTo>
                  <a:lnTo>
                    <a:pt x="564594" y="514381"/>
                  </a:lnTo>
                  <a:lnTo>
                    <a:pt x="546162" y="520399"/>
                  </a:lnTo>
                  <a:lnTo>
                    <a:pt x="526275" y="522503"/>
                  </a:lnTo>
                  <a:lnTo>
                    <a:pt x="343496" y="522274"/>
                  </a:lnTo>
                  <a:lnTo>
                    <a:pt x="293697" y="517811"/>
                  </a:lnTo>
                  <a:lnTo>
                    <a:pt x="246825" y="504941"/>
                  </a:lnTo>
                  <a:lnTo>
                    <a:pt x="203664" y="484448"/>
                  </a:lnTo>
                  <a:lnTo>
                    <a:pt x="164997" y="457114"/>
                  </a:lnTo>
                  <a:lnTo>
                    <a:pt x="131605" y="423721"/>
                  </a:lnTo>
                  <a:lnTo>
                    <a:pt x="104272" y="385052"/>
                  </a:lnTo>
                  <a:lnTo>
                    <a:pt x="83779" y="341889"/>
                  </a:lnTo>
                  <a:lnTo>
                    <a:pt x="70910" y="295015"/>
                  </a:lnTo>
                  <a:lnTo>
                    <a:pt x="66446" y="245211"/>
                  </a:lnTo>
                  <a:lnTo>
                    <a:pt x="72252" y="188534"/>
                  </a:lnTo>
                  <a:lnTo>
                    <a:pt x="88888" y="135826"/>
                  </a:lnTo>
                  <a:lnTo>
                    <a:pt x="115186" y="88252"/>
                  </a:lnTo>
                  <a:lnTo>
                    <a:pt x="149974" y="46977"/>
                  </a:lnTo>
                  <a:lnTo>
                    <a:pt x="102996" y="0"/>
                  </a:lnTo>
                  <a:close/>
                </a:path>
              </a:pathLst>
            </a:custGeom>
            <a:solidFill>
              <a:srgbClr val="CF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0">
              <a:extLst>
                <a:ext uri="{FF2B5EF4-FFF2-40B4-BE49-F238E27FC236}">
                  <a16:creationId xmlns:a16="http://schemas.microsoft.com/office/drawing/2014/main" id="{90010BEB-E405-0A5D-888C-186857341032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198" y="5743225"/>
              <a:ext cx="104267" cy="105029"/>
            </a:xfrm>
            <a:prstGeom prst="rect">
              <a:avLst/>
            </a:prstGeom>
          </p:spPr>
        </p:pic>
        <p:pic>
          <p:nvPicPr>
            <p:cNvPr id="18" name="object 11">
              <a:extLst>
                <a:ext uri="{FF2B5EF4-FFF2-40B4-BE49-F238E27FC236}">
                  <a16:creationId xmlns:a16="http://schemas.microsoft.com/office/drawing/2014/main" id="{65D9D782-8B13-D977-BD75-FA1A86A8B426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5009" y="5743224"/>
              <a:ext cx="70256" cy="101549"/>
            </a:xfrm>
            <a:prstGeom prst="rect">
              <a:avLst/>
            </a:prstGeom>
          </p:spPr>
        </p:pic>
        <p:pic>
          <p:nvPicPr>
            <p:cNvPr id="19" name="object 12">
              <a:extLst>
                <a:ext uri="{FF2B5EF4-FFF2-40B4-BE49-F238E27FC236}">
                  <a16:creationId xmlns:a16="http://schemas.microsoft.com/office/drawing/2014/main" id="{A0E22851-7AE9-653E-42DB-8A5D1384B03F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8769" y="5743223"/>
              <a:ext cx="87960" cy="105028"/>
            </a:xfrm>
            <a:prstGeom prst="rect">
              <a:avLst/>
            </a:prstGeom>
          </p:spPr>
        </p:pic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8D7DE403-A689-7788-2FFF-D56056CB25C9}"/>
                </a:ext>
              </a:extLst>
            </p:cNvPr>
            <p:cNvSpPr/>
            <p:nvPr/>
          </p:nvSpPr>
          <p:spPr>
            <a:xfrm>
              <a:off x="782764" y="5859627"/>
              <a:ext cx="84455" cy="16510"/>
            </a:xfrm>
            <a:custGeom>
              <a:avLst/>
              <a:gdLst/>
              <a:ahLst/>
              <a:cxnLst/>
              <a:rect l="l" t="t" r="r" b="b"/>
              <a:pathLst>
                <a:path w="84455" h="16510">
                  <a:moveTo>
                    <a:pt x="84302" y="0"/>
                  </a:moveTo>
                  <a:lnTo>
                    <a:pt x="0" y="0"/>
                  </a:lnTo>
                  <a:lnTo>
                    <a:pt x="0" y="16217"/>
                  </a:lnTo>
                  <a:lnTo>
                    <a:pt x="84302" y="16217"/>
                  </a:lnTo>
                  <a:lnTo>
                    <a:pt x="84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4">
              <a:extLst>
                <a:ext uri="{FF2B5EF4-FFF2-40B4-BE49-F238E27FC236}">
                  <a16:creationId xmlns:a16="http://schemas.microsoft.com/office/drawing/2014/main" id="{225F124A-376A-21EB-3CE4-FE4D0362A239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5910" y="5744923"/>
              <a:ext cx="96469" cy="99847"/>
            </a:xfrm>
            <a:prstGeom prst="rect">
              <a:avLst/>
            </a:prstGeom>
          </p:spPr>
        </p:pic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B216AA95-2187-D4DA-4E90-D87BEF95040F}"/>
                </a:ext>
              </a:extLst>
            </p:cNvPr>
            <p:cNvSpPr/>
            <p:nvPr/>
          </p:nvSpPr>
          <p:spPr>
            <a:xfrm>
              <a:off x="895436" y="5131116"/>
              <a:ext cx="353060" cy="357505"/>
            </a:xfrm>
            <a:custGeom>
              <a:avLst/>
              <a:gdLst/>
              <a:ahLst/>
              <a:cxnLst/>
              <a:rect l="l" t="t" r="r" b="b"/>
              <a:pathLst>
                <a:path w="353059" h="357504">
                  <a:moveTo>
                    <a:pt x="178587" y="0"/>
                  </a:moveTo>
                  <a:lnTo>
                    <a:pt x="131112" y="6379"/>
                  </a:lnTo>
                  <a:lnTo>
                    <a:pt x="88452" y="24383"/>
                  </a:lnTo>
                  <a:lnTo>
                    <a:pt x="52308" y="52308"/>
                  </a:lnTo>
                  <a:lnTo>
                    <a:pt x="24383" y="88452"/>
                  </a:lnTo>
                  <a:lnTo>
                    <a:pt x="6379" y="131112"/>
                  </a:lnTo>
                  <a:lnTo>
                    <a:pt x="0" y="178587"/>
                  </a:lnTo>
                  <a:lnTo>
                    <a:pt x="6379" y="226072"/>
                  </a:lnTo>
                  <a:lnTo>
                    <a:pt x="24383" y="268740"/>
                  </a:lnTo>
                  <a:lnTo>
                    <a:pt x="52308" y="304888"/>
                  </a:lnTo>
                  <a:lnTo>
                    <a:pt x="88452" y="332816"/>
                  </a:lnTo>
                  <a:lnTo>
                    <a:pt x="131112" y="350820"/>
                  </a:lnTo>
                  <a:lnTo>
                    <a:pt x="178587" y="357200"/>
                  </a:lnTo>
                  <a:lnTo>
                    <a:pt x="189953" y="356768"/>
                  </a:lnTo>
                  <a:lnTo>
                    <a:pt x="191096" y="357200"/>
                  </a:lnTo>
                  <a:lnTo>
                    <a:pt x="297357" y="247332"/>
                  </a:lnTo>
                  <a:lnTo>
                    <a:pt x="297357" y="329107"/>
                  </a:lnTo>
                  <a:lnTo>
                    <a:pt x="352996" y="329107"/>
                  </a:lnTo>
                  <a:lnTo>
                    <a:pt x="352996" y="162725"/>
                  </a:lnTo>
                  <a:lnTo>
                    <a:pt x="297357" y="162725"/>
                  </a:lnTo>
                  <a:lnTo>
                    <a:pt x="186613" y="162725"/>
                  </a:lnTo>
                  <a:lnTo>
                    <a:pt x="186613" y="218363"/>
                  </a:lnTo>
                  <a:lnTo>
                    <a:pt x="246710" y="218363"/>
                  </a:lnTo>
                  <a:lnTo>
                    <a:pt x="173139" y="294817"/>
                  </a:lnTo>
                  <a:lnTo>
                    <a:pt x="129755" y="284236"/>
                  </a:lnTo>
                  <a:lnTo>
                    <a:pt x="94516" y="259057"/>
                  </a:lnTo>
                  <a:lnTo>
                    <a:pt x="70854" y="222701"/>
                  </a:lnTo>
                  <a:lnTo>
                    <a:pt x="62204" y="178587"/>
                  </a:lnTo>
                  <a:lnTo>
                    <a:pt x="71350" y="133286"/>
                  </a:lnTo>
                  <a:lnTo>
                    <a:pt x="96292" y="96292"/>
                  </a:lnTo>
                  <a:lnTo>
                    <a:pt x="133286" y="71350"/>
                  </a:lnTo>
                  <a:lnTo>
                    <a:pt x="178587" y="62204"/>
                  </a:lnTo>
                  <a:lnTo>
                    <a:pt x="211940" y="67056"/>
                  </a:lnTo>
                  <a:lnTo>
                    <a:pt x="241512" y="80671"/>
                  </a:lnTo>
                  <a:lnTo>
                    <a:pt x="265898" y="101643"/>
                  </a:lnTo>
                  <a:lnTo>
                    <a:pt x="283692" y="128562"/>
                  </a:lnTo>
                  <a:lnTo>
                    <a:pt x="350024" y="128562"/>
                  </a:lnTo>
                  <a:lnTo>
                    <a:pt x="331680" y="86667"/>
                  </a:lnTo>
                  <a:lnTo>
                    <a:pt x="303725" y="51218"/>
                  </a:lnTo>
                  <a:lnTo>
                    <a:pt x="267799" y="23860"/>
                  </a:lnTo>
                  <a:lnTo>
                    <a:pt x="225539" y="6239"/>
                  </a:lnTo>
                  <a:lnTo>
                    <a:pt x="178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CA5733A-D705-6295-08D4-225BF6B7F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939" y="1859077"/>
            <a:ext cx="4040021" cy="678657"/>
          </a:xfrm>
        </p:spPr>
        <p:txBody>
          <a:bodyPr lIns="0" tIns="0" rIns="0" bIns="0" anchor="b">
            <a:normAutofit/>
          </a:bodyPr>
          <a:lstStyle>
            <a:lvl1pPr algn="l">
              <a:defRPr sz="2100" b="0" i="0" spc="0" baseline="0">
                <a:solidFill>
                  <a:srgbClr val="EC5F27"/>
                </a:solidFill>
                <a:latin typeface="Manrop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1D4E203-27A1-6FD9-F554-2E208ACF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2939" y="871167"/>
            <a:ext cx="4040020" cy="318618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anrope Light" pitchFamily="2" charset="0"/>
              </a:defRPr>
            </a:lvl1pPr>
          </a:lstStyle>
          <a:p>
            <a:fld id="{67C790EF-54B8-C149-91E8-9077B0E46BAD}" type="datetime4">
              <a:rPr lang="en-GB" smtClean="0"/>
              <a:pPr/>
              <a:t>30 June 2026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B215351-5A5B-F632-774E-FC8F1A9C7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940" y="2629307"/>
            <a:ext cx="4040019" cy="2180104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400"/>
              </a:lnSpc>
              <a:buNone/>
              <a:tabLst>
                <a:tab pos="1905000" algn="l"/>
              </a:tabLst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91048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E80B44-9BC5-E1F6-7FB1-ADA3565188BD}"/>
              </a:ext>
            </a:extLst>
          </p:cNvPr>
          <p:cNvSpPr/>
          <p:nvPr userDrawn="1"/>
        </p:nvSpPr>
        <p:spPr>
          <a:xfrm>
            <a:off x="0" y="0"/>
            <a:ext cx="12192000" cy="7018439"/>
          </a:xfrm>
          <a:prstGeom prst="rect">
            <a:avLst/>
          </a:prstGeom>
          <a:gradFill>
            <a:gsLst>
              <a:gs pos="0">
                <a:srgbClr val="EC5F27"/>
              </a:gs>
              <a:gs pos="77000">
                <a:srgbClr val="470000"/>
              </a:gs>
              <a:gs pos="41000">
                <a:srgbClr val="D02929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0F34F73B-8D82-868B-0E6E-4E10941A124D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5781729" y="582152"/>
            <a:ext cx="5875765" cy="5875765"/>
          </a:xfrm>
          <a:custGeom>
            <a:avLst/>
            <a:gdLst>
              <a:gd name="connsiteX0" fmla="*/ 2628000 w 5256000"/>
              <a:gd name="connsiteY0" fmla="*/ 0 h 5256000"/>
              <a:gd name="connsiteX1" fmla="*/ 5256000 w 5256000"/>
              <a:gd name="connsiteY1" fmla="*/ 2628000 h 5256000"/>
              <a:gd name="connsiteX2" fmla="*/ 5255932 w 5256000"/>
              <a:gd name="connsiteY2" fmla="*/ 2629346 h 5256000"/>
              <a:gd name="connsiteX3" fmla="*/ 5256000 w 5256000"/>
              <a:gd name="connsiteY3" fmla="*/ 2630691 h 5256000"/>
              <a:gd name="connsiteX4" fmla="*/ 5256000 w 5256000"/>
              <a:gd name="connsiteY4" fmla="*/ 4487020 h 5256000"/>
              <a:gd name="connsiteX5" fmla="*/ 4487020 w 5256000"/>
              <a:gd name="connsiteY5" fmla="*/ 5256000 h 5256000"/>
              <a:gd name="connsiteX6" fmla="*/ 2719245 w 5256000"/>
              <a:gd name="connsiteY6" fmla="*/ 5256000 h 5256000"/>
              <a:gd name="connsiteX7" fmla="*/ 2673623 w 5256000"/>
              <a:gd name="connsiteY7" fmla="*/ 5253697 h 5256000"/>
              <a:gd name="connsiteX8" fmla="*/ 2628000 w 5256000"/>
              <a:gd name="connsiteY8" fmla="*/ 5256000 h 5256000"/>
              <a:gd name="connsiteX9" fmla="*/ 0 w 5256000"/>
              <a:gd name="connsiteY9" fmla="*/ 2628000 h 5256000"/>
              <a:gd name="connsiteX10" fmla="*/ 2628000 w 5256000"/>
              <a:gd name="connsiteY10" fmla="*/ 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56000" h="5256000">
                <a:moveTo>
                  <a:pt x="2628000" y="0"/>
                </a:moveTo>
                <a:cubicBezTo>
                  <a:pt x="4079404" y="0"/>
                  <a:pt x="5256000" y="1176596"/>
                  <a:pt x="5256000" y="2628000"/>
                </a:cubicBezTo>
                <a:lnTo>
                  <a:pt x="5255932" y="2629346"/>
                </a:lnTo>
                <a:lnTo>
                  <a:pt x="5256000" y="2630691"/>
                </a:lnTo>
                <a:lnTo>
                  <a:pt x="5256000" y="4487020"/>
                </a:lnTo>
                <a:cubicBezTo>
                  <a:pt x="5256000" y="4911716"/>
                  <a:pt x="4911716" y="5256000"/>
                  <a:pt x="4487020" y="5256000"/>
                </a:cubicBezTo>
                <a:lnTo>
                  <a:pt x="2719245" y="5256000"/>
                </a:lnTo>
                <a:lnTo>
                  <a:pt x="2673623" y="5253697"/>
                </a:lnTo>
                <a:lnTo>
                  <a:pt x="2628000" y="5256000"/>
                </a:lnTo>
                <a:cubicBezTo>
                  <a:pt x="1176596" y="5256000"/>
                  <a:pt x="0" y="4079404"/>
                  <a:pt x="0" y="2628000"/>
                </a:cubicBezTo>
                <a:cubicBezTo>
                  <a:pt x="0" y="1176596"/>
                  <a:pt x="1176596" y="0"/>
                  <a:pt x="2628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EEBFD-DB5B-1DC4-55F7-2AE97D720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939" y="1859077"/>
            <a:ext cx="4901411" cy="678657"/>
          </a:xfrm>
        </p:spPr>
        <p:txBody>
          <a:bodyPr lIns="0" tIns="0" rIns="0" bIns="0" anchor="b">
            <a:normAutofit/>
          </a:bodyPr>
          <a:lstStyle>
            <a:lvl1pPr algn="l">
              <a:defRPr sz="2100" b="0" i="0" spc="0" baseline="0">
                <a:solidFill>
                  <a:srgbClr val="EC5F27"/>
                </a:solidFill>
                <a:latin typeface="Manrop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39C1-E997-8779-600D-4D20F214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2939" y="871167"/>
            <a:ext cx="4040020" cy="318618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anrope Light" pitchFamily="2" charset="0"/>
              </a:defRPr>
            </a:lvl1pPr>
          </a:lstStyle>
          <a:p>
            <a:fld id="{67C790EF-54B8-C149-91E8-9077B0E46BAD}" type="datetime4">
              <a:rPr lang="en-GB" smtClean="0"/>
              <a:pPr/>
              <a:t>30 June 2026</a:t>
            </a:fld>
            <a:endParaRPr lang="en-US"/>
          </a:p>
        </p:txBody>
      </p:sp>
      <p:grpSp>
        <p:nvGrpSpPr>
          <p:cNvPr id="14" name="object 7">
            <a:extLst>
              <a:ext uri="{FF2B5EF4-FFF2-40B4-BE49-F238E27FC236}">
                <a16:creationId xmlns:a16="http://schemas.microsoft.com/office/drawing/2014/main" id="{F7050FA5-2926-4ACF-8AC0-72D1DC0D7199}"/>
              </a:ext>
            </a:extLst>
          </p:cNvPr>
          <p:cNvGrpSpPr/>
          <p:nvPr userDrawn="1"/>
        </p:nvGrpSpPr>
        <p:grpSpPr>
          <a:xfrm>
            <a:off x="633206" y="5547327"/>
            <a:ext cx="687070" cy="910590"/>
            <a:chOff x="730841" y="4965794"/>
            <a:chExt cx="687070" cy="910590"/>
          </a:xfrm>
        </p:grpSpPr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3A4943E6-4CBA-E3A1-B1DF-2B2462767209}"/>
                </a:ext>
              </a:extLst>
            </p:cNvPr>
            <p:cNvSpPr/>
            <p:nvPr/>
          </p:nvSpPr>
          <p:spPr>
            <a:xfrm>
              <a:off x="730841" y="4965794"/>
              <a:ext cx="687070" cy="687070"/>
            </a:xfrm>
            <a:custGeom>
              <a:avLst/>
              <a:gdLst/>
              <a:ahLst/>
              <a:cxnLst/>
              <a:rect l="l" t="t" r="r" b="b"/>
              <a:pathLst>
                <a:path w="687069" h="687070">
                  <a:moveTo>
                    <a:pt x="343496" y="0"/>
                  </a:moveTo>
                  <a:lnTo>
                    <a:pt x="296888" y="3135"/>
                  </a:lnTo>
                  <a:lnTo>
                    <a:pt x="252184" y="12269"/>
                  </a:lnTo>
                  <a:lnTo>
                    <a:pt x="209795" y="26993"/>
                  </a:lnTo>
                  <a:lnTo>
                    <a:pt x="170131" y="46896"/>
                  </a:lnTo>
                  <a:lnTo>
                    <a:pt x="133599" y="71570"/>
                  </a:lnTo>
                  <a:lnTo>
                    <a:pt x="100610" y="100606"/>
                  </a:lnTo>
                  <a:lnTo>
                    <a:pt x="71574" y="133594"/>
                  </a:lnTo>
                  <a:lnTo>
                    <a:pt x="46899" y="170125"/>
                  </a:lnTo>
                  <a:lnTo>
                    <a:pt x="26994" y="209790"/>
                  </a:lnTo>
                  <a:lnTo>
                    <a:pt x="12270" y="252180"/>
                  </a:lnTo>
                  <a:lnTo>
                    <a:pt x="3135" y="296885"/>
                  </a:lnTo>
                  <a:lnTo>
                    <a:pt x="0" y="343496"/>
                  </a:lnTo>
                  <a:lnTo>
                    <a:pt x="3135" y="390105"/>
                  </a:lnTo>
                  <a:lnTo>
                    <a:pt x="12270" y="434808"/>
                  </a:lnTo>
                  <a:lnTo>
                    <a:pt x="26994" y="477195"/>
                  </a:lnTo>
                  <a:lnTo>
                    <a:pt x="46899" y="516859"/>
                  </a:lnTo>
                  <a:lnTo>
                    <a:pt x="71574" y="553389"/>
                  </a:lnTo>
                  <a:lnTo>
                    <a:pt x="100610" y="586376"/>
                  </a:lnTo>
                  <a:lnTo>
                    <a:pt x="133599" y="615411"/>
                  </a:lnTo>
                  <a:lnTo>
                    <a:pt x="170131" y="640085"/>
                  </a:lnTo>
                  <a:lnTo>
                    <a:pt x="209795" y="659988"/>
                  </a:lnTo>
                  <a:lnTo>
                    <a:pt x="252184" y="674711"/>
                  </a:lnTo>
                  <a:lnTo>
                    <a:pt x="296888" y="683845"/>
                  </a:lnTo>
                  <a:lnTo>
                    <a:pt x="343496" y="686981"/>
                  </a:lnTo>
                  <a:lnTo>
                    <a:pt x="526275" y="686981"/>
                  </a:lnTo>
                  <a:lnTo>
                    <a:pt x="577000" y="678800"/>
                  </a:lnTo>
                  <a:lnTo>
                    <a:pt x="621052" y="656019"/>
                  </a:lnTo>
                  <a:lnTo>
                    <a:pt x="655790" y="621281"/>
                  </a:lnTo>
                  <a:lnTo>
                    <a:pt x="656052" y="620776"/>
                  </a:lnTo>
                  <a:lnTo>
                    <a:pt x="526275" y="620776"/>
                  </a:lnTo>
                  <a:lnTo>
                    <a:pt x="343496" y="620547"/>
                  </a:lnTo>
                  <a:lnTo>
                    <a:pt x="293697" y="616083"/>
                  </a:lnTo>
                  <a:lnTo>
                    <a:pt x="246825" y="603214"/>
                  </a:lnTo>
                  <a:lnTo>
                    <a:pt x="203664" y="582721"/>
                  </a:lnTo>
                  <a:lnTo>
                    <a:pt x="164997" y="555388"/>
                  </a:lnTo>
                  <a:lnTo>
                    <a:pt x="131605" y="521996"/>
                  </a:lnTo>
                  <a:lnTo>
                    <a:pt x="104272" y="483329"/>
                  </a:lnTo>
                  <a:lnTo>
                    <a:pt x="83779" y="440168"/>
                  </a:lnTo>
                  <a:lnTo>
                    <a:pt x="70910" y="393296"/>
                  </a:lnTo>
                  <a:lnTo>
                    <a:pt x="66446" y="343496"/>
                  </a:lnTo>
                  <a:lnTo>
                    <a:pt x="70910" y="293693"/>
                  </a:lnTo>
                  <a:lnTo>
                    <a:pt x="83779" y="246818"/>
                  </a:lnTo>
                  <a:lnTo>
                    <a:pt x="104272" y="203655"/>
                  </a:lnTo>
                  <a:lnTo>
                    <a:pt x="131605" y="164986"/>
                  </a:lnTo>
                  <a:lnTo>
                    <a:pt x="164997" y="131594"/>
                  </a:lnTo>
                  <a:lnTo>
                    <a:pt x="203664" y="104259"/>
                  </a:lnTo>
                  <a:lnTo>
                    <a:pt x="246825" y="83766"/>
                  </a:lnTo>
                  <a:lnTo>
                    <a:pt x="293697" y="70897"/>
                  </a:lnTo>
                  <a:lnTo>
                    <a:pt x="343496" y="66433"/>
                  </a:lnTo>
                  <a:lnTo>
                    <a:pt x="545788" y="66433"/>
                  </a:lnTo>
                  <a:lnTo>
                    <a:pt x="516862" y="46896"/>
                  </a:lnTo>
                  <a:lnTo>
                    <a:pt x="477197" y="26993"/>
                  </a:lnTo>
                  <a:lnTo>
                    <a:pt x="434809" y="12269"/>
                  </a:lnTo>
                  <a:lnTo>
                    <a:pt x="390105" y="3135"/>
                  </a:lnTo>
                  <a:lnTo>
                    <a:pt x="343496" y="0"/>
                  </a:lnTo>
                  <a:close/>
                </a:path>
                <a:path w="687069" h="687070">
                  <a:moveTo>
                    <a:pt x="545788" y="66433"/>
                  </a:moveTo>
                  <a:lnTo>
                    <a:pt x="343496" y="66433"/>
                  </a:lnTo>
                  <a:lnTo>
                    <a:pt x="393296" y="70897"/>
                  </a:lnTo>
                  <a:lnTo>
                    <a:pt x="440168" y="83766"/>
                  </a:lnTo>
                  <a:lnTo>
                    <a:pt x="483329" y="104259"/>
                  </a:lnTo>
                  <a:lnTo>
                    <a:pt x="521996" y="131594"/>
                  </a:lnTo>
                  <a:lnTo>
                    <a:pt x="555388" y="164986"/>
                  </a:lnTo>
                  <a:lnTo>
                    <a:pt x="582721" y="203655"/>
                  </a:lnTo>
                  <a:lnTo>
                    <a:pt x="603214" y="246818"/>
                  </a:lnTo>
                  <a:lnTo>
                    <a:pt x="616083" y="293693"/>
                  </a:lnTo>
                  <a:lnTo>
                    <a:pt x="620547" y="343496"/>
                  </a:lnTo>
                  <a:lnTo>
                    <a:pt x="620547" y="526503"/>
                  </a:lnTo>
                  <a:lnTo>
                    <a:pt x="613139" y="563200"/>
                  </a:lnTo>
                  <a:lnTo>
                    <a:pt x="592937" y="593166"/>
                  </a:lnTo>
                  <a:lnTo>
                    <a:pt x="562972" y="613368"/>
                  </a:lnTo>
                  <a:lnTo>
                    <a:pt x="526275" y="620776"/>
                  </a:lnTo>
                  <a:lnTo>
                    <a:pt x="656052" y="620776"/>
                  </a:lnTo>
                  <a:lnTo>
                    <a:pt x="678571" y="577228"/>
                  </a:lnTo>
                  <a:lnTo>
                    <a:pt x="686752" y="526503"/>
                  </a:lnTo>
                  <a:lnTo>
                    <a:pt x="686873" y="434808"/>
                  </a:lnTo>
                  <a:lnTo>
                    <a:pt x="686993" y="343496"/>
                  </a:lnTo>
                  <a:lnTo>
                    <a:pt x="683857" y="296885"/>
                  </a:lnTo>
                  <a:lnTo>
                    <a:pt x="674723" y="252180"/>
                  </a:lnTo>
                  <a:lnTo>
                    <a:pt x="659998" y="209790"/>
                  </a:lnTo>
                  <a:lnTo>
                    <a:pt x="640094" y="170125"/>
                  </a:lnTo>
                  <a:lnTo>
                    <a:pt x="615419" y="133594"/>
                  </a:lnTo>
                  <a:lnTo>
                    <a:pt x="586382" y="100606"/>
                  </a:lnTo>
                  <a:lnTo>
                    <a:pt x="553394" y="71570"/>
                  </a:lnTo>
                  <a:lnTo>
                    <a:pt x="545788" y="66433"/>
                  </a:lnTo>
                  <a:close/>
                </a:path>
              </a:pathLst>
            </a:custGeom>
            <a:solidFill>
              <a:srgbClr val="EB6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EF472ADF-33AB-7903-551A-CE52D337FECB}"/>
                </a:ext>
              </a:extLst>
            </p:cNvPr>
            <p:cNvSpPr/>
            <p:nvPr/>
          </p:nvSpPr>
          <p:spPr>
            <a:xfrm>
              <a:off x="730841" y="5064070"/>
              <a:ext cx="642620" cy="589280"/>
            </a:xfrm>
            <a:custGeom>
              <a:avLst/>
              <a:gdLst/>
              <a:ahLst/>
              <a:cxnLst/>
              <a:rect l="l" t="t" r="r" b="b"/>
              <a:pathLst>
                <a:path w="642619" h="589279">
                  <a:moveTo>
                    <a:pt x="102996" y="0"/>
                  </a:moveTo>
                  <a:lnTo>
                    <a:pt x="73301" y="33136"/>
                  </a:lnTo>
                  <a:lnTo>
                    <a:pt x="48049" y="69931"/>
                  </a:lnTo>
                  <a:lnTo>
                    <a:pt x="27666" y="109961"/>
                  </a:lnTo>
                  <a:lnTo>
                    <a:pt x="12580" y="152800"/>
                  </a:lnTo>
                  <a:lnTo>
                    <a:pt x="3216" y="198025"/>
                  </a:lnTo>
                  <a:lnTo>
                    <a:pt x="0" y="245211"/>
                  </a:lnTo>
                  <a:lnTo>
                    <a:pt x="3135" y="291823"/>
                  </a:lnTo>
                  <a:lnTo>
                    <a:pt x="12270" y="336528"/>
                  </a:lnTo>
                  <a:lnTo>
                    <a:pt x="26994" y="378917"/>
                  </a:lnTo>
                  <a:lnTo>
                    <a:pt x="46899" y="418583"/>
                  </a:lnTo>
                  <a:lnTo>
                    <a:pt x="71574" y="455114"/>
                  </a:lnTo>
                  <a:lnTo>
                    <a:pt x="100610" y="488102"/>
                  </a:lnTo>
                  <a:lnTo>
                    <a:pt x="133599" y="517137"/>
                  </a:lnTo>
                  <a:lnTo>
                    <a:pt x="170131" y="541812"/>
                  </a:lnTo>
                  <a:lnTo>
                    <a:pt x="209795" y="561715"/>
                  </a:lnTo>
                  <a:lnTo>
                    <a:pt x="252184" y="576438"/>
                  </a:lnTo>
                  <a:lnTo>
                    <a:pt x="296888" y="585572"/>
                  </a:lnTo>
                  <a:lnTo>
                    <a:pt x="343496" y="588708"/>
                  </a:lnTo>
                  <a:lnTo>
                    <a:pt x="526275" y="588708"/>
                  </a:lnTo>
                  <a:lnTo>
                    <a:pt x="559498" y="585259"/>
                  </a:lnTo>
                  <a:lnTo>
                    <a:pt x="590353" y="575381"/>
                  </a:lnTo>
                  <a:lnTo>
                    <a:pt x="618140" y="559781"/>
                  </a:lnTo>
                  <a:lnTo>
                    <a:pt x="642162" y="539165"/>
                  </a:lnTo>
                  <a:lnTo>
                    <a:pt x="595350" y="492353"/>
                  </a:lnTo>
                  <a:lnTo>
                    <a:pt x="581135" y="504886"/>
                  </a:lnTo>
                  <a:lnTo>
                    <a:pt x="564594" y="514381"/>
                  </a:lnTo>
                  <a:lnTo>
                    <a:pt x="546162" y="520399"/>
                  </a:lnTo>
                  <a:lnTo>
                    <a:pt x="526275" y="522503"/>
                  </a:lnTo>
                  <a:lnTo>
                    <a:pt x="343496" y="522274"/>
                  </a:lnTo>
                  <a:lnTo>
                    <a:pt x="293697" y="517811"/>
                  </a:lnTo>
                  <a:lnTo>
                    <a:pt x="246825" y="504941"/>
                  </a:lnTo>
                  <a:lnTo>
                    <a:pt x="203664" y="484448"/>
                  </a:lnTo>
                  <a:lnTo>
                    <a:pt x="164997" y="457114"/>
                  </a:lnTo>
                  <a:lnTo>
                    <a:pt x="131605" y="423721"/>
                  </a:lnTo>
                  <a:lnTo>
                    <a:pt x="104272" y="385052"/>
                  </a:lnTo>
                  <a:lnTo>
                    <a:pt x="83779" y="341889"/>
                  </a:lnTo>
                  <a:lnTo>
                    <a:pt x="70910" y="295015"/>
                  </a:lnTo>
                  <a:lnTo>
                    <a:pt x="66446" y="245211"/>
                  </a:lnTo>
                  <a:lnTo>
                    <a:pt x="72252" y="188534"/>
                  </a:lnTo>
                  <a:lnTo>
                    <a:pt x="88888" y="135826"/>
                  </a:lnTo>
                  <a:lnTo>
                    <a:pt x="115186" y="88252"/>
                  </a:lnTo>
                  <a:lnTo>
                    <a:pt x="149974" y="46977"/>
                  </a:lnTo>
                  <a:lnTo>
                    <a:pt x="102996" y="0"/>
                  </a:lnTo>
                  <a:close/>
                </a:path>
              </a:pathLst>
            </a:custGeom>
            <a:solidFill>
              <a:srgbClr val="CF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0">
              <a:extLst>
                <a:ext uri="{FF2B5EF4-FFF2-40B4-BE49-F238E27FC236}">
                  <a16:creationId xmlns:a16="http://schemas.microsoft.com/office/drawing/2014/main" id="{90010BEB-E405-0A5D-888C-186857341032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198" y="5743225"/>
              <a:ext cx="104267" cy="105029"/>
            </a:xfrm>
            <a:prstGeom prst="rect">
              <a:avLst/>
            </a:prstGeom>
          </p:spPr>
        </p:pic>
        <p:pic>
          <p:nvPicPr>
            <p:cNvPr id="18" name="object 11">
              <a:extLst>
                <a:ext uri="{FF2B5EF4-FFF2-40B4-BE49-F238E27FC236}">
                  <a16:creationId xmlns:a16="http://schemas.microsoft.com/office/drawing/2014/main" id="{65D9D782-8B13-D977-BD75-FA1A86A8B426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5009" y="5743224"/>
              <a:ext cx="70256" cy="101549"/>
            </a:xfrm>
            <a:prstGeom prst="rect">
              <a:avLst/>
            </a:prstGeom>
          </p:spPr>
        </p:pic>
        <p:pic>
          <p:nvPicPr>
            <p:cNvPr id="19" name="object 12">
              <a:extLst>
                <a:ext uri="{FF2B5EF4-FFF2-40B4-BE49-F238E27FC236}">
                  <a16:creationId xmlns:a16="http://schemas.microsoft.com/office/drawing/2014/main" id="{A0E22851-7AE9-653E-42DB-8A5D1384B03F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8769" y="5743223"/>
              <a:ext cx="87960" cy="105028"/>
            </a:xfrm>
            <a:prstGeom prst="rect">
              <a:avLst/>
            </a:prstGeom>
          </p:spPr>
        </p:pic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8D7DE403-A689-7788-2FFF-D56056CB25C9}"/>
                </a:ext>
              </a:extLst>
            </p:cNvPr>
            <p:cNvSpPr/>
            <p:nvPr/>
          </p:nvSpPr>
          <p:spPr>
            <a:xfrm>
              <a:off x="782764" y="5859627"/>
              <a:ext cx="84455" cy="16510"/>
            </a:xfrm>
            <a:custGeom>
              <a:avLst/>
              <a:gdLst/>
              <a:ahLst/>
              <a:cxnLst/>
              <a:rect l="l" t="t" r="r" b="b"/>
              <a:pathLst>
                <a:path w="84455" h="16510">
                  <a:moveTo>
                    <a:pt x="84302" y="0"/>
                  </a:moveTo>
                  <a:lnTo>
                    <a:pt x="0" y="0"/>
                  </a:lnTo>
                  <a:lnTo>
                    <a:pt x="0" y="16217"/>
                  </a:lnTo>
                  <a:lnTo>
                    <a:pt x="84302" y="16217"/>
                  </a:lnTo>
                  <a:lnTo>
                    <a:pt x="84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4">
              <a:extLst>
                <a:ext uri="{FF2B5EF4-FFF2-40B4-BE49-F238E27FC236}">
                  <a16:creationId xmlns:a16="http://schemas.microsoft.com/office/drawing/2014/main" id="{225F124A-376A-21EB-3CE4-FE4D0362A239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5910" y="5744923"/>
              <a:ext cx="96469" cy="99847"/>
            </a:xfrm>
            <a:prstGeom prst="rect">
              <a:avLst/>
            </a:prstGeom>
          </p:spPr>
        </p:pic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B216AA95-2187-D4DA-4E90-D87BEF95040F}"/>
                </a:ext>
              </a:extLst>
            </p:cNvPr>
            <p:cNvSpPr/>
            <p:nvPr/>
          </p:nvSpPr>
          <p:spPr>
            <a:xfrm>
              <a:off x="895436" y="5131116"/>
              <a:ext cx="353060" cy="357505"/>
            </a:xfrm>
            <a:custGeom>
              <a:avLst/>
              <a:gdLst/>
              <a:ahLst/>
              <a:cxnLst/>
              <a:rect l="l" t="t" r="r" b="b"/>
              <a:pathLst>
                <a:path w="353059" h="357504">
                  <a:moveTo>
                    <a:pt x="178587" y="0"/>
                  </a:moveTo>
                  <a:lnTo>
                    <a:pt x="131112" y="6379"/>
                  </a:lnTo>
                  <a:lnTo>
                    <a:pt x="88452" y="24383"/>
                  </a:lnTo>
                  <a:lnTo>
                    <a:pt x="52308" y="52308"/>
                  </a:lnTo>
                  <a:lnTo>
                    <a:pt x="24383" y="88452"/>
                  </a:lnTo>
                  <a:lnTo>
                    <a:pt x="6379" y="131112"/>
                  </a:lnTo>
                  <a:lnTo>
                    <a:pt x="0" y="178587"/>
                  </a:lnTo>
                  <a:lnTo>
                    <a:pt x="6379" y="226072"/>
                  </a:lnTo>
                  <a:lnTo>
                    <a:pt x="24383" y="268740"/>
                  </a:lnTo>
                  <a:lnTo>
                    <a:pt x="52308" y="304888"/>
                  </a:lnTo>
                  <a:lnTo>
                    <a:pt x="88452" y="332816"/>
                  </a:lnTo>
                  <a:lnTo>
                    <a:pt x="131112" y="350820"/>
                  </a:lnTo>
                  <a:lnTo>
                    <a:pt x="178587" y="357200"/>
                  </a:lnTo>
                  <a:lnTo>
                    <a:pt x="189953" y="356768"/>
                  </a:lnTo>
                  <a:lnTo>
                    <a:pt x="191096" y="357200"/>
                  </a:lnTo>
                  <a:lnTo>
                    <a:pt x="297357" y="247332"/>
                  </a:lnTo>
                  <a:lnTo>
                    <a:pt x="297357" y="329107"/>
                  </a:lnTo>
                  <a:lnTo>
                    <a:pt x="352996" y="329107"/>
                  </a:lnTo>
                  <a:lnTo>
                    <a:pt x="352996" y="162725"/>
                  </a:lnTo>
                  <a:lnTo>
                    <a:pt x="297357" y="162725"/>
                  </a:lnTo>
                  <a:lnTo>
                    <a:pt x="186613" y="162725"/>
                  </a:lnTo>
                  <a:lnTo>
                    <a:pt x="186613" y="218363"/>
                  </a:lnTo>
                  <a:lnTo>
                    <a:pt x="246710" y="218363"/>
                  </a:lnTo>
                  <a:lnTo>
                    <a:pt x="173139" y="294817"/>
                  </a:lnTo>
                  <a:lnTo>
                    <a:pt x="129755" y="284236"/>
                  </a:lnTo>
                  <a:lnTo>
                    <a:pt x="94516" y="259057"/>
                  </a:lnTo>
                  <a:lnTo>
                    <a:pt x="70854" y="222701"/>
                  </a:lnTo>
                  <a:lnTo>
                    <a:pt x="62204" y="178587"/>
                  </a:lnTo>
                  <a:lnTo>
                    <a:pt x="71350" y="133286"/>
                  </a:lnTo>
                  <a:lnTo>
                    <a:pt x="96292" y="96292"/>
                  </a:lnTo>
                  <a:lnTo>
                    <a:pt x="133286" y="71350"/>
                  </a:lnTo>
                  <a:lnTo>
                    <a:pt x="178587" y="62204"/>
                  </a:lnTo>
                  <a:lnTo>
                    <a:pt x="211940" y="67056"/>
                  </a:lnTo>
                  <a:lnTo>
                    <a:pt x="241512" y="80671"/>
                  </a:lnTo>
                  <a:lnTo>
                    <a:pt x="265898" y="101643"/>
                  </a:lnTo>
                  <a:lnTo>
                    <a:pt x="283692" y="128562"/>
                  </a:lnTo>
                  <a:lnTo>
                    <a:pt x="350024" y="128562"/>
                  </a:lnTo>
                  <a:lnTo>
                    <a:pt x="331680" y="86667"/>
                  </a:lnTo>
                  <a:lnTo>
                    <a:pt x="303725" y="51218"/>
                  </a:lnTo>
                  <a:lnTo>
                    <a:pt x="267799" y="23860"/>
                  </a:lnTo>
                  <a:lnTo>
                    <a:pt x="225539" y="6239"/>
                  </a:lnTo>
                  <a:lnTo>
                    <a:pt x="178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Subtitle 2">
            <a:extLst>
              <a:ext uri="{FF2B5EF4-FFF2-40B4-BE49-F238E27FC236}">
                <a16:creationId xmlns:a16="http://schemas.microsoft.com/office/drawing/2014/main" id="{9D09B257-2880-3EF1-3F85-7BFE1D249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940" y="2629307"/>
            <a:ext cx="4901410" cy="2180104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400"/>
              </a:lnSpc>
              <a:buNone/>
              <a:tabLst>
                <a:tab pos="1905000" algn="l"/>
              </a:tabLst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2337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–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755F1DA-86E5-2576-174C-027BDC2A8B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1000">
                <a:srgbClr val="EC5F27"/>
              </a:gs>
              <a:gs pos="57000">
                <a:srgbClr val="470000"/>
              </a:gs>
              <a:gs pos="31000">
                <a:srgbClr val="D02929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FDF8145-1963-F7CD-F3BB-530BD74EEF16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-51241" y="-40488"/>
            <a:ext cx="12588506" cy="7067535"/>
          </a:xfrm>
          <a:custGeom>
            <a:avLst/>
            <a:gdLst>
              <a:gd name="connsiteX0" fmla="*/ 2690410 w 12192000"/>
              <a:gd name="connsiteY0" fmla="*/ 1290919 h 6857999"/>
              <a:gd name="connsiteX1" fmla="*/ 309527 w 12192000"/>
              <a:gd name="connsiteY1" fmla="*/ 3671802 h 6857999"/>
              <a:gd name="connsiteX2" fmla="*/ 2690410 w 12192000"/>
              <a:gd name="connsiteY2" fmla="*/ 6052685 h 6857999"/>
              <a:gd name="connsiteX3" fmla="*/ 2731743 w 12192000"/>
              <a:gd name="connsiteY3" fmla="*/ 6050599 h 6857999"/>
              <a:gd name="connsiteX4" fmla="*/ 2773075 w 12192000"/>
              <a:gd name="connsiteY4" fmla="*/ 6052685 h 6857999"/>
              <a:gd name="connsiteX5" fmla="*/ 4374622 w 12192000"/>
              <a:gd name="connsiteY5" fmla="*/ 6052685 h 6857999"/>
              <a:gd name="connsiteX6" fmla="*/ 5071293 w 12192000"/>
              <a:gd name="connsiteY6" fmla="*/ 5356014 h 6857999"/>
              <a:gd name="connsiteX7" fmla="*/ 5071293 w 12192000"/>
              <a:gd name="connsiteY7" fmla="*/ 3674240 h 6857999"/>
              <a:gd name="connsiteX8" fmla="*/ 5071232 w 12192000"/>
              <a:gd name="connsiteY8" fmla="*/ 3673022 h 6857999"/>
              <a:gd name="connsiteX9" fmla="*/ 5071293 w 12192000"/>
              <a:gd name="connsiteY9" fmla="*/ 3671802 h 6857999"/>
              <a:gd name="connsiteX10" fmla="*/ 2690410 w 12192000"/>
              <a:gd name="connsiteY10" fmla="*/ 1290919 h 6857999"/>
              <a:gd name="connsiteX11" fmla="*/ 0 w 12192000"/>
              <a:gd name="connsiteY11" fmla="*/ 0 h 6857999"/>
              <a:gd name="connsiteX12" fmla="*/ 12192000 w 12192000"/>
              <a:gd name="connsiteY12" fmla="*/ 0 h 6857999"/>
              <a:gd name="connsiteX13" fmla="*/ 12192000 w 12192000"/>
              <a:gd name="connsiteY13" fmla="*/ 6857999 h 6857999"/>
              <a:gd name="connsiteX14" fmla="*/ 0 w 12192000"/>
              <a:gd name="connsiteY14" fmla="*/ 6857999 h 6857999"/>
              <a:gd name="connsiteX0" fmla="*/ 2690410 w 12192000"/>
              <a:gd name="connsiteY0" fmla="*/ 1290919 h 6857999"/>
              <a:gd name="connsiteX1" fmla="*/ 309527 w 12192000"/>
              <a:gd name="connsiteY1" fmla="*/ 3671802 h 6857999"/>
              <a:gd name="connsiteX2" fmla="*/ 2690410 w 12192000"/>
              <a:gd name="connsiteY2" fmla="*/ 6052685 h 6857999"/>
              <a:gd name="connsiteX3" fmla="*/ 2731743 w 12192000"/>
              <a:gd name="connsiteY3" fmla="*/ 6050599 h 6857999"/>
              <a:gd name="connsiteX4" fmla="*/ 2773075 w 12192000"/>
              <a:gd name="connsiteY4" fmla="*/ 6052685 h 6857999"/>
              <a:gd name="connsiteX5" fmla="*/ 4374622 w 12192000"/>
              <a:gd name="connsiteY5" fmla="*/ 6052685 h 6857999"/>
              <a:gd name="connsiteX6" fmla="*/ 5071293 w 12192000"/>
              <a:gd name="connsiteY6" fmla="*/ 5356014 h 6857999"/>
              <a:gd name="connsiteX7" fmla="*/ 5071293 w 12192000"/>
              <a:gd name="connsiteY7" fmla="*/ 3674240 h 6857999"/>
              <a:gd name="connsiteX8" fmla="*/ 5071232 w 12192000"/>
              <a:gd name="connsiteY8" fmla="*/ 3673022 h 6857999"/>
              <a:gd name="connsiteX9" fmla="*/ 5071293 w 12192000"/>
              <a:gd name="connsiteY9" fmla="*/ 3671802 h 6857999"/>
              <a:gd name="connsiteX10" fmla="*/ 2690410 w 12192000"/>
              <a:gd name="connsiteY10" fmla="*/ 1290919 h 6857999"/>
              <a:gd name="connsiteX11" fmla="*/ 0 w 12192000"/>
              <a:gd name="connsiteY11" fmla="*/ 952500 h 6857999"/>
              <a:gd name="connsiteX12" fmla="*/ 12192000 w 12192000"/>
              <a:gd name="connsiteY12" fmla="*/ 0 h 6857999"/>
              <a:gd name="connsiteX13" fmla="*/ 12192000 w 12192000"/>
              <a:gd name="connsiteY13" fmla="*/ 6857999 h 6857999"/>
              <a:gd name="connsiteX14" fmla="*/ 0 w 12192000"/>
              <a:gd name="connsiteY14" fmla="*/ 6857999 h 6857999"/>
              <a:gd name="connsiteX15" fmla="*/ 0 w 12192000"/>
              <a:gd name="connsiteY15" fmla="*/ 952500 h 6857999"/>
              <a:gd name="connsiteX0" fmla="*/ 2690410 w 12192000"/>
              <a:gd name="connsiteY0" fmla="*/ 338419 h 5905499"/>
              <a:gd name="connsiteX1" fmla="*/ 309527 w 12192000"/>
              <a:gd name="connsiteY1" fmla="*/ 2719302 h 5905499"/>
              <a:gd name="connsiteX2" fmla="*/ 2690410 w 12192000"/>
              <a:gd name="connsiteY2" fmla="*/ 5100185 h 5905499"/>
              <a:gd name="connsiteX3" fmla="*/ 2731743 w 12192000"/>
              <a:gd name="connsiteY3" fmla="*/ 5098099 h 5905499"/>
              <a:gd name="connsiteX4" fmla="*/ 2773075 w 12192000"/>
              <a:gd name="connsiteY4" fmla="*/ 5100185 h 5905499"/>
              <a:gd name="connsiteX5" fmla="*/ 4374622 w 12192000"/>
              <a:gd name="connsiteY5" fmla="*/ 5100185 h 5905499"/>
              <a:gd name="connsiteX6" fmla="*/ 5071293 w 12192000"/>
              <a:gd name="connsiteY6" fmla="*/ 4403514 h 5905499"/>
              <a:gd name="connsiteX7" fmla="*/ 5071293 w 12192000"/>
              <a:gd name="connsiteY7" fmla="*/ 2721740 h 5905499"/>
              <a:gd name="connsiteX8" fmla="*/ 5071232 w 12192000"/>
              <a:gd name="connsiteY8" fmla="*/ 2720522 h 5905499"/>
              <a:gd name="connsiteX9" fmla="*/ 5071293 w 12192000"/>
              <a:gd name="connsiteY9" fmla="*/ 2719302 h 5905499"/>
              <a:gd name="connsiteX10" fmla="*/ 2690410 w 12192000"/>
              <a:gd name="connsiteY10" fmla="*/ 338419 h 5905499"/>
              <a:gd name="connsiteX11" fmla="*/ 0 w 12192000"/>
              <a:gd name="connsiteY11" fmla="*/ 0 h 5905499"/>
              <a:gd name="connsiteX12" fmla="*/ 12192000 w 12192000"/>
              <a:gd name="connsiteY12" fmla="*/ 68580 h 5905499"/>
              <a:gd name="connsiteX13" fmla="*/ 12192000 w 12192000"/>
              <a:gd name="connsiteY13" fmla="*/ 5905499 h 5905499"/>
              <a:gd name="connsiteX14" fmla="*/ 0 w 12192000"/>
              <a:gd name="connsiteY14" fmla="*/ 5905499 h 5905499"/>
              <a:gd name="connsiteX15" fmla="*/ 0 w 12192000"/>
              <a:gd name="connsiteY15" fmla="*/ 0 h 5905499"/>
              <a:gd name="connsiteX0" fmla="*/ 2698030 w 12199620"/>
              <a:gd name="connsiteY0" fmla="*/ 338419 h 5905499"/>
              <a:gd name="connsiteX1" fmla="*/ 317147 w 12199620"/>
              <a:gd name="connsiteY1" fmla="*/ 2719302 h 5905499"/>
              <a:gd name="connsiteX2" fmla="*/ 2698030 w 12199620"/>
              <a:gd name="connsiteY2" fmla="*/ 5100185 h 5905499"/>
              <a:gd name="connsiteX3" fmla="*/ 2739363 w 12199620"/>
              <a:gd name="connsiteY3" fmla="*/ 5098099 h 5905499"/>
              <a:gd name="connsiteX4" fmla="*/ 2780695 w 12199620"/>
              <a:gd name="connsiteY4" fmla="*/ 5100185 h 5905499"/>
              <a:gd name="connsiteX5" fmla="*/ 4382242 w 12199620"/>
              <a:gd name="connsiteY5" fmla="*/ 5100185 h 5905499"/>
              <a:gd name="connsiteX6" fmla="*/ 5078913 w 12199620"/>
              <a:gd name="connsiteY6" fmla="*/ 4403514 h 5905499"/>
              <a:gd name="connsiteX7" fmla="*/ 5078913 w 12199620"/>
              <a:gd name="connsiteY7" fmla="*/ 2721740 h 5905499"/>
              <a:gd name="connsiteX8" fmla="*/ 5078852 w 12199620"/>
              <a:gd name="connsiteY8" fmla="*/ 2720522 h 5905499"/>
              <a:gd name="connsiteX9" fmla="*/ 5078913 w 12199620"/>
              <a:gd name="connsiteY9" fmla="*/ 2719302 h 5905499"/>
              <a:gd name="connsiteX10" fmla="*/ 2698030 w 12199620"/>
              <a:gd name="connsiteY10" fmla="*/ 338419 h 5905499"/>
              <a:gd name="connsiteX11" fmla="*/ 7620 w 12199620"/>
              <a:gd name="connsiteY11" fmla="*/ 0 h 5905499"/>
              <a:gd name="connsiteX12" fmla="*/ 12199620 w 12199620"/>
              <a:gd name="connsiteY12" fmla="*/ 68580 h 5905499"/>
              <a:gd name="connsiteX13" fmla="*/ 12199620 w 12199620"/>
              <a:gd name="connsiteY13" fmla="*/ 5905499 h 5905499"/>
              <a:gd name="connsiteX14" fmla="*/ 0 w 12199620"/>
              <a:gd name="connsiteY14" fmla="*/ 5448299 h 5905499"/>
              <a:gd name="connsiteX15" fmla="*/ 7620 w 12199620"/>
              <a:gd name="connsiteY15" fmla="*/ 0 h 5905499"/>
              <a:gd name="connsiteX0" fmla="*/ 2698030 w 12199620"/>
              <a:gd name="connsiteY0" fmla="*/ 338419 h 5486399"/>
              <a:gd name="connsiteX1" fmla="*/ 317147 w 12199620"/>
              <a:gd name="connsiteY1" fmla="*/ 2719302 h 5486399"/>
              <a:gd name="connsiteX2" fmla="*/ 2698030 w 12199620"/>
              <a:gd name="connsiteY2" fmla="*/ 5100185 h 5486399"/>
              <a:gd name="connsiteX3" fmla="*/ 2739363 w 12199620"/>
              <a:gd name="connsiteY3" fmla="*/ 5098099 h 5486399"/>
              <a:gd name="connsiteX4" fmla="*/ 2780695 w 12199620"/>
              <a:gd name="connsiteY4" fmla="*/ 5100185 h 5486399"/>
              <a:gd name="connsiteX5" fmla="*/ 4382242 w 12199620"/>
              <a:gd name="connsiteY5" fmla="*/ 5100185 h 5486399"/>
              <a:gd name="connsiteX6" fmla="*/ 5078913 w 12199620"/>
              <a:gd name="connsiteY6" fmla="*/ 4403514 h 5486399"/>
              <a:gd name="connsiteX7" fmla="*/ 5078913 w 12199620"/>
              <a:gd name="connsiteY7" fmla="*/ 2721740 h 5486399"/>
              <a:gd name="connsiteX8" fmla="*/ 5078852 w 12199620"/>
              <a:gd name="connsiteY8" fmla="*/ 2720522 h 5486399"/>
              <a:gd name="connsiteX9" fmla="*/ 5078913 w 12199620"/>
              <a:gd name="connsiteY9" fmla="*/ 2719302 h 5486399"/>
              <a:gd name="connsiteX10" fmla="*/ 2698030 w 12199620"/>
              <a:gd name="connsiteY10" fmla="*/ 338419 h 5486399"/>
              <a:gd name="connsiteX11" fmla="*/ 7620 w 12199620"/>
              <a:gd name="connsiteY11" fmla="*/ 0 h 5486399"/>
              <a:gd name="connsiteX12" fmla="*/ 12199620 w 12199620"/>
              <a:gd name="connsiteY12" fmla="*/ 68580 h 5486399"/>
              <a:gd name="connsiteX13" fmla="*/ 12199620 w 12199620"/>
              <a:gd name="connsiteY13" fmla="*/ 5486399 h 5486399"/>
              <a:gd name="connsiteX14" fmla="*/ 0 w 12199620"/>
              <a:gd name="connsiteY14" fmla="*/ 5448299 h 5486399"/>
              <a:gd name="connsiteX15" fmla="*/ 7620 w 12199620"/>
              <a:gd name="connsiteY15" fmla="*/ 0 h 5486399"/>
              <a:gd name="connsiteX0" fmla="*/ 2698030 w 12199620"/>
              <a:gd name="connsiteY0" fmla="*/ 338419 h 5448299"/>
              <a:gd name="connsiteX1" fmla="*/ 317147 w 12199620"/>
              <a:gd name="connsiteY1" fmla="*/ 2719302 h 5448299"/>
              <a:gd name="connsiteX2" fmla="*/ 2698030 w 12199620"/>
              <a:gd name="connsiteY2" fmla="*/ 5100185 h 5448299"/>
              <a:gd name="connsiteX3" fmla="*/ 2739363 w 12199620"/>
              <a:gd name="connsiteY3" fmla="*/ 5098099 h 5448299"/>
              <a:gd name="connsiteX4" fmla="*/ 2780695 w 12199620"/>
              <a:gd name="connsiteY4" fmla="*/ 5100185 h 5448299"/>
              <a:gd name="connsiteX5" fmla="*/ 4382242 w 12199620"/>
              <a:gd name="connsiteY5" fmla="*/ 5100185 h 5448299"/>
              <a:gd name="connsiteX6" fmla="*/ 5078913 w 12199620"/>
              <a:gd name="connsiteY6" fmla="*/ 4403514 h 5448299"/>
              <a:gd name="connsiteX7" fmla="*/ 5078913 w 12199620"/>
              <a:gd name="connsiteY7" fmla="*/ 2721740 h 5448299"/>
              <a:gd name="connsiteX8" fmla="*/ 5078852 w 12199620"/>
              <a:gd name="connsiteY8" fmla="*/ 2720522 h 5448299"/>
              <a:gd name="connsiteX9" fmla="*/ 5078913 w 12199620"/>
              <a:gd name="connsiteY9" fmla="*/ 2719302 h 5448299"/>
              <a:gd name="connsiteX10" fmla="*/ 2698030 w 12199620"/>
              <a:gd name="connsiteY10" fmla="*/ 338419 h 5448299"/>
              <a:gd name="connsiteX11" fmla="*/ 7620 w 12199620"/>
              <a:gd name="connsiteY11" fmla="*/ 0 h 5448299"/>
              <a:gd name="connsiteX12" fmla="*/ 12199620 w 12199620"/>
              <a:gd name="connsiteY12" fmla="*/ 68580 h 5448299"/>
              <a:gd name="connsiteX13" fmla="*/ 12199620 w 12199620"/>
              <a:gd name="connsiteY13" fmla="*/ 5402579 h 5448299"/>
              <a:gd name="connsiteX14" fmla="*/ 0 w 12199620"/>
              <a:gd name="connsiteY14" fmla="*/ 5448299 h 5448299"/>
              <a:gd name="connsiteX15" fmla="*/ 7620 w 12199620"/>
              <a:gd name="connsiteY15" fmla="*/ 0 h 5448299"/>
              <a:gd name="connsiteX0" fmla="*/ 2698030 w 12199620"/>
              <a:gd name="connsiteY0" fmla="*/ 338419 h 5448299"/>
              <a:gd name="connsiteX1" fmla="*/ 317147 w 12199620"/>
              <a:gd name="connsiteY1" fmla="*/ 2719302 h 5448299"/>
              <a:gd name="connsiteX2" fmla="*/ 2698030 w 12199620"/>
              <a:gd name="connsiteY2" fmla="*/ 5100185 h 5448299"/>
              <a:gd name="connsiteX3" fmla="*/ 2739363 w 12199620"/>
              <a:gd name="connsiteY3" fmla="*/ 5098099 h 5448299"/>
              <a:gd name="connsiteX4" fmla="*/ 2780695 w 12199620"/>
              <a:gd name="connsiteY4" fmla="*/ 5100185 h 5448299"/>
              <a:gd name="connsiteX5" fmla="*/ 4382242 w 12199620"/>
              <a:gd name="connsiteY5" fmla="*/ 5100185 h 5448299"/>
              <a:gd name="connsiteX6" fmla="*/ 5078913 w 12199620"/>
              <a:gd name="connsiteY6" fmla="*/ 4403514 h 5448299"/>
              <a:gd name="connsiteX7" fmla="*/ 5078913 w 12199620"/>
              <a:gd name="connsiteY7" fmla="*/ 2721740 h 5448299"/>
              <a:gd name="connsiteX8" fmla="*/ 5078852 w 12199620"/>
              <a:gd name="connsiteY8" fmla="*/ 2720522 h 5448299"/>
              <a:gd name="connsiteX9" fmla="*/ 5078913 w 12199620"/>
              <a:gd name="connsiteY9" fmla="*/ 2719302 h 5448299"/>
              <a:gd name="connsiteX10" fmla="*/ 2698030 w 12199620"/>
              <a:gd name="connsiteY10" fmla="*/ 338419 h 5448299"/>
              <a:gd name="connsiteX11" fmla="*/ 7620 w 12199620"/>
              <a:gd name="connsiteY11" fmla="*/ 0 h 5448299"/>
              <a:gd name="connsiteX12" fmla="*/ 9761220 w 12199620"/>
              <a:gd name="connsiteY12" fmla="*/ 7620 h 5448299"/>
              <a:gd name="connsiteX13" fmla="*/ 12199620 w 12199620"/>
              <a:gd name="connsiteY13" fmla="*/ 5402579 h 5448299"/>
              <a:gd name="connsiteX14" fmla="*/ 0 w 12199620"/>
              <a:gd name="connsiteY14" fmla="*/ 5448299 h 5448299"/>
              <a:gd name="connsiteX15" fmla="*/ 7620 w 12199620"/>
              <a:gd name="connsiteY15" fmla="*/ 0 h 5448299"/>
              <a:gd name="connsiteX0" fmla="*/ 2698030 w 9768840"/>
              <a:gd name="connsiteY0" fmla="*/ 338419 h 5448299"/>
              <a:gd name="connsiteX1" fmla="*/ 317147 w 9768840"/>
              <a:gd name="connsiteY1" fmla="*/ 2719302 h 5448299"/>
              <a:gd name="connsiteX2" fmla="*/ 2698030 w 9768840"/>
              <a:gd name="connsiteY2" fmla="*/ 5100185 h 5448299"/>
              <a:gd name="connsiteX3" fmla="*/ 2739363 w 9768840"/>
              <a:gd name="connsiteY3" fmla="*/ 5098099 h 5448299"/>
              <a:gd name="connsiteX4" fmla="*/ 2780695 w 9768840"/>
              <a:gd name="connsiteY4" fmla="*/ 5100185 h 5448299"/>
              <a:gd name="connsiteX5" fmla="*/ 4382242 w 9768840"/>
              <a:gd name="connsiteY5" fmla="*/ 5100185 h 5448299"/>
              <a:gd name="connsiteX6" fmla="*/ 5078913 w 9768840"/>
              <a:gd name="connsiteY6" fmla="*/ 4403514 h 5448299"/>
              <a:gd name="connsiteX7" fmla="*/ 5078913 w 9768840"/>
              <a:gd name="connsiteY7" fmla="*/ 2721740 h 5448299"/>
              <a:gd name="connsiteX8" fmla="*/ 5078852 w 9768840"/>
              <a:gd name="connsiteY8" fmla="*/ 2720522 h 5448299"/>
              <a:gd name="connsiteX9" fmla="*/ 5078913 w 9768840"/>
              <a:gd name="connsiteY9" fmla="*/ 2719302 h 5448299"/>
              <a:gd name="connsiteX10" fmla="*/ 2698030 w 9768840"/>
              <a:gd name="connsiteY10" fmla="*/ 338419 h 5448299"/>
              <a:gd name="connsiteX11" fmla="*/ 7620 w 9768840"/>
              <a:gd name="connsiteY11" fmla="*/ 0 h 5448299"/>
              <a:gd name="connsiteX12" fmla="*/ 9761220 w 9768840"/>
              <a:gd name="connsiteY12" fmla="*/ 7620 h 5448299"/>
              <a:gd name="connsiteX13" fmla="*/ 9768840 w 9768840"/>
              <a:gd name="connsiteY13" fmla="*/ 5417819 h 5448299"/>
              <a:gd name="connsiteX14" fmla="*/ 0 w 9768840"/>
              <a:gd name="connsiteY14" fmla="*/ 5448299 h 5448299"/>
              <a:gd name="connsiteX15" fmla="*/ 7620 w 9768840"/>
              <a:gd name="connsiteY15" fmla="*/ 0 h 5448299"/>
              <a:gd name="connsiteX0" fmla="*/ 2698030 w 9768840"/>
              <a:gd name="connsiteY0" fmla="*/ 338419 h 5448299"/>
              <a:gd name="connsiteX1" fmla="*/ 317147 w 9768840"/>
              <a:gd name="connsiteY1" fmla="*/ 2719302 h 5448299"/>
              <a:gd name="connsiteX2" fmla="*/ 2698030 w 9768840"/>
              <a:gd name="connsiteY2" fmla="*/ 5100185 h 5448299"/>
              <a:gd name="connsiteX3" fmla="*/ 2739363 w 9768840"/>
              <a:gd name="connsiteY3" fmla="*/ 5098099 h 5448299"/>
              <a:gd name="connsiteX4" fmla="*/ 2780695 w 9768840"/>
              <a:gd name="connsiteY4" fmla="*/ 5100185 h 5448299"/>
              <a:gd name="connsiteX5" fmla="*/ 4382242 w 9768840"/>
              <a:gd name="connsiteY5" fmla="*/ 5100185 h 5448299"/>
              <a:gd name="connsiteX6" fmla="*/ 5078913 w 9768840"/>
              <a:gd name="connsiteY6" fmla="*/ 4403514 h 5448299"/>
              <a:gd name="connsiteX7" fmla="*/ 5078913 w 9768840"/>
              <a:gd name="connsiteY7" fmla="*/ 2721740 h 5448299"/>
              <a:gd name="connsiteX8" fmla="*/ 5078852 w 9768840"/>
              <a:gd name="connsiteY8" fmla="*/ 2720522 h 5448299"/>
              <a:gd name="connsiteX9" fmla="*/ 5078913 w 9768840"/>
              <a:gd name="connsiteY9" fmla="*/ 2719302 h 5448299"/>
              <a:gd name="connsiteX10" fmla="*/ 2698030 w 9768840"/>
              <a:gd name="connsiteY10" fmla="*/ 338419 h 5448299"/>
              <a:gd name="connsiteX11" fmla="*/ 7620 w 9768840"/>
              <a:gd name="connsiteY11" fmla="*/ 0 h 5448299"/>
              <a:gd name="connsiteX12" fmla="*/ 9761220 w 9768840"/>
              <a:gd name="connsiteY12" fmla="*/ 7620 h 5448299"/>
              <a:gd name="connsiteX13" fmla="*/ 9768840 w 9768840"/>
              <a:gd name="connsiteY13" fmla="*/ 5433059 h 5448299"/>
              <a:gd name="connsiteX14" fmla="*/ 0 w 9768840"/>
              <a:gd name="connsiteY14" fmla="*/ 5448299 h 5448299"/>
              <a:gd name="connsiteX15" fmla="*/ 7620 w 9768840"/>
              <a:gd name="connsiteY15" fmla="*/ 0 h 5448299"/>
              <a:gd name="connsiteX0" fmla="*/ 2698030 w 9768840"/>
              <a:gd name="connsiteY0" fmla="*/ 338419 h 5433059"/>
              <a:gd name="connsiteX1" fmla="*/ 317147 w 9768840"/>
              <a:gd name="connsiteY1" fmla="*/ 2719302 h 5433059"/>
              <a:gd name="connsiteX2" fmla="*/ 2698030 w 9768840"/>
              <a:gd name="connsiteY2" fmla="*/ 5100185 h 5433059"/>
              <a:gd name="connsiteX3" fmla="*/ 2739363 w 9768840"/>
              <a:gd name="connsiteY3" fmla="*/ 5098099 h 5433059"/>
              <a:gd name="connsiteX4" fmla="*/ 2780695 w 9768840"/>
              <a:gd name="connsiteY4" fmla="*/ 5100185 h 5433059"/>
              <a:gd name="connsiteX5" fmla="*/ 4382242 w 9768840"/>
              <a:gd name="connsiteY5" fmla="*/ 5100185 h 5433059"/>
              <a:gd name="connsiteX6" fmla="*/ 5078913 w 9768840"/>
              <a:gd name="connsiteY6" fmla="*/ 4403514 h 5433059"/>
              <a:gd name="connsiteX7" fmla="*/ 5078913 w 9768840"/>
              <a:gd name="connsiteY7" fmla="*/ 2721740 h 5433059"/>
              <a:gd name="connsiteX8" fmla="*/ 5078852 w 9768840"/>
              <a:gd name="connsiteY8" fmla="*/ 2720522 h 5433059"/>
              <a:gd name="connsiteX9" fmla="*/ 5078913 w 9768840"/>
              <a:gd name="connsiteY9" fmla="*/ 2719302 h 5433059"/>
              <a:gd name="connsiteX10" fmla="*/ 2698030 w 9768840"/>
              <a:gd name="connsiteY10" fmla="*/ 338419 h 5433059"/>
              <a:gd name="connsiteX11" fmla="*/ 7620 w 9768840"/>
              <a:gd name="connsiteY11" fmla="*/ 0 h 5433059"/>
              <a:gd name="connsiteX12" fmla="*/ 9761220 w 9768840"/>
              <a:gd name="connsiteY12" fmla="*/ 7620 h 5433059"/>
              <a:gd name="connsiteX13" fmla="*/ 9768840 w 9768840"/>
              <a:gd name="connsiteY13" fmla="*/ 5433059 h 5433059"/>
              <a:gd name="connsiteX14" fmla="*/ 0 w 9768840"/>
              <a:gd name="connsiteY14" fmla="*/ 5433059 h 5433059"/>
              <a:gd name="connsiteX15" fmla="*/ 7620 w 9768840"/>
              <a:gd name="connsiteY15" fmla="*/ 0 h 5433059"/>
              <a:gd name="connsiteX0" fmla="*/ 2821856 w 9892666"/>
              <a:gd name="connsiteY0" fmla="*/ 487790 h 5582430"/>
              <a:gd name="connsiteX1" fmla="*/ 440973 w 9892666"/>
              <a:gd name="connsiteY1" fmla="*/ 2868673 h 5582430"/>
              <a:gd name="connsiteX2" fmla="*/ 2821856 w 9892666"/>
              <a:gd name="connsiteY2" fmla="*/ 5249556 h 5582430"/>
              <a:gd name="connsiteX3" fmla="*/ 2863189 w 9892666"/>
              <a:gd name="connsiteY3" fmla="*/ 5247470 h 5582430"/>
              <a:gd name="connsiteX4" fmla="*/ 2904521 w 9892666"/>
              <a:gd name="connsiteY4" fmla="*/ 5249556 h 5582430"/>
              <a:gd name="connsiteX5" fmla="*/ 4506068 w 9892666"/>
              <a:gd name="connsiteY5" fmla="*/ 5249556 h 5582430"/>
              <a:gd name="connsiteX6" fmla="*/ 5202739 w 9892666"/>
              <a:gd name="connsiteY6" fmla="*/ 4552885 h 5582430"/>
              <a:gd name="connsiteX7" fmla="*/ 5202739 w 9892666"/>
              <a:gd name="connsiteY7" fmla="*/ 2871111 h 5582430"/>
              <a:gd name="connsiteX8" fmla="*/ 5202678 w 9892666"/>
              <a:gd name="connsiteY8" fmla="*/ 2869893 h 5582430"/>
              <a:gd name="connsiteX9" fmla="*/ 5202739 w 9892666"/>
              <a:gd name="connsiteY9" fmla="*/ 2868673 h 5582430"/>
              <a:gd name="connsiteX10" fmla="*/ 2821856 w 9892666"/>
              <a:gd name="connsiteY10" fmla="*/ 487790 h 5582430"/>
              <a:gd name="connsiteX11" fmla="*/ 0 w 9892666"/>
              <a:gd name="connsiteY11" fmla="*/ 0 h 5582430"/>
              <a:gd name="connsiteX12" fmla="*/ 9885046 w 9892666"/>
              <a:gd name="connsiteY12" fmla="*/ 156991 h 5582430"/>
              <a:gd name="connsiteX13" fmla="*/ 9892666 w 9892666"/>
              <a:gd name="connsiteY13" fmla="*/ 5582430 h 5582430"/>
              <a:gd name="connsiteX14" fmla="*/ 123826 w 9892666"/>
              <a:gd name="connsiteY14" fmla="*/ 5582430 h 5582430"/>
              <a:gd name="connsiteX15" fmla="*/ 0 w 9892666"/>
              <a:gd name="connsiteY15" fmla="*/ 0 h 5582430"/>
              <a:gd name="connsiteX0" fmla="*/ 2821856 w 9892666"/>
              <a:gd name="connsiteY0" fmla="*/ 487790 h 5725826"/>
              <a:gd name="connsiteX1" fmla="*/ 440973 w 9892666"/>
              <a:gd name="connsiteY1" fmla="*/ 2868673 h 5725826"/>
              <a:gd name="connsiteX2" fmla="*/ 2821856 w 9892666"/>
              <a:gd name="connsiteY2" fmla="*/ 5249556 h 5725826"/>
              <a:gd name="connsiteX3" fmla="*/ 2863189 w 9892666"/>
              <a:gd name="connsiteY3" fmla="*/ 5247470 h 5725826"/>
              <a:gd name="connsiteX4" fmla="*/ 2904521 w 9892666"/>
              <a:gd name="connsiteY4" fmla="*/ 5249556 h 5725826"/>
              <a:gd name="connsiteX5" fmla="*/ 4506068 w 9892666"/>
              <a:gd name="connsiteY5" fmla="*/ 5249556 h 5725826"/>
              <a:gd name="connsiteX6" fmla="*/ 5202739 w 9892666"/>
              <a:gd name="connsiteY6" fmla="*/ 4552885 h 5725826"/>
              <a:gd name="connsiteX7" fmla="*/ 5202739 w 9892666"/>
              <a:gd name="connsiteY7" fmla="*/ 2871111 h 5725826"/>
              <a:gd name="connsiteX8" fmla="*/ 5202678 w 9892666"/>
              <a:gd name="connsiteY8" fmla="*/ 2869893 h 5725826"/>
              <a:gd name="connsiteX9" fmla="*/ 5202739 w 9892666"/>
              <a:gd name="connsiteY9" fmla="*/ 2868673 h 5725826"/>
              <a:gd name="connsiteX10" fmla="*/ 2821856 w 9892666"/>
              <a:gd name="connsiteY10" fmla="*/ 487790 h 5725826"/>
              <a:gd name="connsiteX11" fmla="*/ 0 w 9892666"/>
              <a:gd name="connsiteY11" fmla="*/ 0 h 5725826"/>
              <a:gd name="connsiteX12" fmla="*/ 9885046 w 9892666"/>
              <a:gd name="connsiteY12" fmla="*/ 156991 h 5725826"/>
              <a:gd name="connsiteX13" fmla="*/ 9892666 w 9892666"/>
              <a:gd name="connsiteY13" fmla="*/ 5582430 h 5725826"/>
              <a:gd name="connsiteX14" fmla="*/ 4330 w 9892666"/>
              <a:gd name="connsiteY14" fmla="*/ 5725826 h 5725826"/>
              <a:gd name="connsiteX15" fmla="*/ 0 w 9892666"/>
              <a:gd name="connsiteY15" fmla="*/ 0 h 5725826"/>
              <a:gd name="connsiteX0" fmla="*/ 2821856 w 10209331"/>
              <a:gd name="connsiteY0" fmla="*/ 487790 h 5731801"/>
              <a:gd name="connsiteX1" fmla="*/ 440973 w 10209331"/>
              <a:gd name="connsiteY1" fmla="*/ 2868673 h 5731801"/>
              <a:gd name="connsiteX2" fmla="*/ 2821856 w 10209331"/>
              <a:gd name="connsiteY2" fmla="*/ 5249556 h 5731801"/>
              <a:gd name="connsiteX3" fmla="*/ 2863189 w 10209331"/>
              <a:gd name="connsiteY3" fmla="*/ 5247470 h 5731801"/>
              <a:gd name="connsiteX4" fmla="*/ 2904521 w 10209331"/>
              <a:gd name="connsiteY4" fmla="*/ 5249556 h 5731801"/>
              <a:gd name="connsiteX5" fmla="*/ 4506068 w 10209331"/>
              <a:gd name="connsiteY5" fmla="*/ 5249556 h 5731801"/>
              <a:gd name="connsiteX6" fmla="*/ 5202739 w 10209331"/>
              <a:gd name="connsiteY6" fmla="*/ 4552885 h 5731801"/>
              <a:gd name="connsiteX7" fmla="*/ 5202739 w 10209331"/>
              <a:gd name="connsiteY7" fmla="*/ 2871111 h 5731801"/>
              <a:gd name="connsiteX8" fmla="*/ 5202678 w 10209331"/>
              <a:gd name="connsiteY8" fmla="*/ 2869893 h 5731801"/>
              <a:gd name="connsiteX9" fmla="*/ 5202739 w 10209331"/>
              <a:gd name="connsiteY9" fmla="*/ 2868673 h 5731801"/>
              <a:gd name="connsiteX10" fmla="*/ 2821856 w 10209331"/>
              <a:gd name="connsiteY10" fmla="*/ 487790 h 5731801"/>
              <a:gd name="connsiteX11" fmla="*/ 0 w 10209331"/>
              <a:gd name="connsiteY11" fmla="*/ 0 h 5731801"/>
              <a:gd name="connsiteX12" fmla="*/ 9885046 w 10209331"/>
              <a:gd name="connsiteY12" fmla="*/ 156991 h 5731801"/>
              <a:gd name="connsiteX13" fmla="*/ 10209331 w 10209331"/>
              <a:gd name="connsiteY13" fmla="*/ 5731801 h 5731801"/>
              <a:gd name="connsiteX14" fmla="*/ 4330 w 10209331"/>
              <a:gd name="connsiteY14" fmla="*/ 5725826 h 5731801"/>
              <a:gd name="connsiteX15" fmla="*/ 0 w 10209331"/>
              <a:gd name="connsiteY15" fmla="*/ 0 h 5731801"/>
              <a:gd name="connsiteX0" fmla="*/ 2821856 w 10209331"/>
              <a:gd name="connsiteY0" fmla="*/ 487790 h 5731801"/>
              <a:gd name="connsiteX1" fmla="*/ 440973 w 10209331"/>
              <a:gd name="connsiteY1" fmla="*/ 2868673 h 5731801"/>
              <a:gd name="connsiteX2" fmla="*/ 2821856 w 10209331"/>
              <a:gd name="connsiteY2" fmla="*/ 5249556 h 5731801"/>
              <a:gd name="connsiteX3" fmla="*/ 2863189 w 10209331"/>
              <a:gd name="connsiteY3" fmla="*/ 5247470 h 5731801"/>
              <a:gd name="connsiteX4" fmla="*/ 2904521 w 10209331"/>
              <a:gd name="connsiteY4" fmla="*/ 5249556 h 5731801"/>
              <a:gd name="connsiteX5" fmla="*/ 4506068 w 10209331"/>
              <a:gd name="connsiteY5" fmla="*/ 5249556 h 5731801"/>
              <a:gd name="connsiteX6" fmla="*/ 5202739 w 10209331"/>
              <a:gd name="connsiteY6" fmla="*/ 4552885 h 5731801"/>
              <a:gd name="connsiteX7" fmla="*/ 5202739 w 10209331"/>
              <a:gd name="connsiteY7" fmla="*/ 2871111 h 5731801"/>
              <a:gd name="connsiteX8" fmla="*/ 5202678 w 10209331"/>
              <a:gd name="connsiteY8" fmla="*/ 2869893 h 5731801"/>
              <a:gd name="connsiteX9" fmla="*/ 5202739 w 10209331"/>
              <a:gd name="connsiteY9" fmla="*/ 2868673 h 5731801"/>
              <a:gd name="connsiteX10" fmla="*/ 2821856 w 10209331"/>
              <a:gd name="connsiteY10" fmla="*/ 487790 h 5731801"/>
              <a:gd name="connsiteX11" fmla="*/ 0 w 10209331"/>
              <a:gd name="connsiteY11" fmla="*/ 0 h 5731801"/>
              <a:gd name="connsiteX12" fmla="*/ 10195737 w 10209331"/>
              <a:gd name="connsiteY12" fmla="*/ 1645 h 5731801"/>
              <a:gd name="connsiteX13" fmla="*/ 10209331 w 10209331"/>
              <a:gd name="connsiteY13" fmla="*/ 5731801 h 5731801"/>
              <a:gd name="connsiteX14" fmla="*/ 4330 w 10209331"/>
              <a:gd name="connsiteY14" fmla="*/ 5725826 h 5731801"/>
              <a:gd name="connsiteX15" fmla="*/ 0 w 10209331"/>
              <a:gd name="connsiteY15" fmla="*/ 0 h 573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209331" h="5731801">
                <a:moveTo>
                  <a:pt x="2821856" y="487790"/>
                </a:moveTo>
                <a:cubicBezTo>
                  <a:pt x="1506931" y="487790"/>
                  <a:pt x="440973" y="1553748"/>
                  <a:pt x="440973" y="2868673"/>
                </a:cubicBezTo>
                <a:cubicBezTo>
                  <a:pt x="440973" y="4183598"/>
                  <a:pt x="1506931" y="5249556"/>
                  <a:pt x="2821856" y="5249556"/>
                </a:cubicBezTo>
                <a:lnTo>
                  <a:pt x="2863189" y="5247470"/>
                </a:lnTo>
                <a:lnTo>
                  <a:pt x="2904521" y="5249556"/>
                </a:lnTo>
                <a:lnTo>
                  <a:pt x="4506068" y="5249556"/>
                </a:lnTo>
                <a:cubicBezTo>
                  <a:pt x="4890829" y="5249556"/>
                  <a:pt x="5202739" y="4937646"/>
                  <a:pt x="5202739" y="4552885"/>
                </a:cubicBezTo>
                <a:lnTo>
                  <a:pt x="5202739" y="2871111"/>
                </a:lnTo>
                <a:cubicBezTo>
                  <a:pt x="5202719" y="2870705"/>
                  <a:pt x="5202698" y="2870299"/>
                  <a:pt x="5202678" y="2869893"/>
                </a:cubicBezTo>
                <a:cubicBezTo>
                  <a:pt x="5202698" y="2869486"/>
                  <a:pt x="5202719" y="2869080"/>
                  <a:pt x="5202739" y="2868673"/>
                </a:cubicBezTo>
                <a:cubicBezTo>
                  <a:pt x="5202739" y="1553748"/>
                  <a:pt x="4136781" y="487790"/>
                  <a:pt x="2821856" y="487790"/>
                </a:cubicBezTo>
                <a:close/>
                <a:moveTo>
                  <a:pt x="0" y="0"/>
                </a:moveTo>
                <a:lnTo>
                  <a:pt x="10195737" y="1645"/>
                </a:lnTo>
                <a:cubicBezTo>
                  <a:pt x="10200268" y="1911697"/>
                  <a:pt x="10204800" y="3821749"/>
                  <a:pt x="10209331" y="5731801"/>
                </a:cubicBezTo>
                <a:lnTo>
                  <a:pt x="4330" y="5725826"/>
                </a:lnTo>
                <a:cubicBezTo>
                  <a:pt x="2887" y="3817217"/>
                  <a:pt x="1443" y="190860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71F0DA-D18D-9791-76C1-2DB24041D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565" y="2326837"/>
            <a:ext cx="4680582" cy="678657"/>
          </a:xfrm>
        </p:spPr>
        <p:txBody>
          <a:bodyPr lIns="0" tIns="0" rIns="0" bIns="0" anchor="b">
            <a:normAutofit/>
          </a:bodyPr>
          <a:lstStyle>
            <a:lvl1pPr algn="l">
              <a:defRPr sz="2100" b="0" i="0" spc="0" baseline="0">
                <a:solidFill>
                  <a:srgbClr val="EC5F27"/>
                </a:solidFill>
                <a:latin typeface="Manrop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739F92D-6B12-0635-DD35-08EFBBE6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7564" y="1939031"/>
            <a:ext cx="4040020" cy="318618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anrope Light" pitchFamily="2" charset="0"/>
              </a:defRPr>
            </a:lvl1pPr>
          </a:lstStyle>
          <a:p>
            <a:fld id="{67C790EF-54B8-C149-91E8-9077B0E46BAD}" type="datetime4">
              <a:rPr lang="en-GB" smtClean="0"/>
              <a:pPr/>
              <a:t>30 June 2026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0E2F113-2AA1-91BD-8928-53AAFC327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7565" y="3097067"/>
            <a:ext cx="4680581" cy="2180104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400"/>
              </a:lnSpc>
              <a:buNone/>
              <a:tabLst>
                <a:tab pos="1905000" algn="l"/>
              </a:tabLst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8" name="object 7">
            <a:extLst>
              <a:ext uri="{FF2B5EF4-FFF2-40B4-BE49-F238E27FC236}">
                <a16:creationId xmlns:a16="http://schemas.microsoft.com/office/drawing/2014/main" id="{252D3C5E-9394-A810-EC86-2F0D331FEA34}"/>
              </a:ext>
            </a:extLst>
          </p:cNvPr>
          <p:cNvGrpSpPr/>
          <p:nvPr userDrawn="1"/>
        </p:nvGrpSpPr>
        <p:grpSpPr>
          <a:xfrm>
            <a:off x="5247584" y="5217090"/>
            <a:ext cx="594588" cy="788022"/>
            <a:chOff x="730841" y="4965794"/>
            <a:chExt cx="687070" cy="910590"/>
          </a:xfrm>
        </p:grpSpPr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AB46447E-582D-D8B7-022D-770893DD0EF4}"/>
                </a:ext>
              </a:extLst>
            </p:cNvPr>
            <p:cNvSpPr/>
            <p:nvPr/>
          </p:nvSpPr>
          <p:spPr>
            <a:xfrm>
              <a:off x="730841" y="4965794"/>
              <a:ext cx="687070" cy="687070"/>
            </a:xfrm>
            <a:custGeom>
              <a:avLst/>
              <a:gdLst/>
              <a:ahLst/>
              <a:cxnLst/>
              <a:rect l="l" t="t" r="r" b="b"/>
              <a:pathLst>
                <a:path w="687069" h="687070">
                  <a:moveTo>
                    <a:pt x="343496" y="0"/>
                  </a:moveTo>
                  <a:lnTo>
                    <a:pt x="296888" y="3135"/>
                  </a:lnTo>
                  <a:lnTo>
                    <a:pt x="252184" y="12269"/>
                  </a:lnTo>
                  <a:lnTo>
                    <a:pt x="209795" y="26993"/>
                  </a:lnTo>
                  <a:lnTo>
                    <a:pt x="170131" y="46896"/>
                  </a:lnTo>
                  <a:lnTo>
                    <a:pt x="133599" y="71570"/>
                  </a:lnTo>
                  <a:lnTo>
                    <a:pt x="100610" y="100606"/>
                  </a:lnTo>
                  <a:lnTo>
                    <a:pt x="71574" y="133594"/>
                  </a:lnTo>
                  <a:lnTo>
                    <a:pt x="46899" y="170125"/>
                  </a:lnTo>
                  <a:lnTo>
                    <a:pt x="26994" y="209790"/>
                  </a:lnTo>
                  <a:lnTo>
                    <a:pt x="12270" y="252180"/>
                  </a:lnTo>
                  <a:lnTo>
                    <a:pt x="3135" y="296885"/>
                  </a:lnTo>
                  <a:lnTo>
                    <a:pt x="0" y="343496"/>
                  </a:lnTo>
                  <a:lnTo>
                    <a:pt x="3135" y="390105"/>
                  </a:lnTo>
                  <a:lnTo>
                    <a:pt x="12270" y="434808"/>
                  </a:lnTo>
                  <a:lnTo>
                    <a:pt x="26994" y="477195"/>
                  </a:lnTo>
                  <a:lnTo>
                    <a:pt x="46899" y="516859"/>
                  </a:lnTo>
                  <a:lnTo>
                    <a:pt x="71574" y="553389"/>
                  </a:lnTo>
                  <a:lnTo>
                    <a:pt x="100610" y="586376"/>
                  </a:lnTo>
                  <a:lnTo>
                    <a:pt x="133599" y="615411"/>
                  </a:lnTo>
                  <a:lnTo>
                    <a:pt x="170131" y="640085"/>
                  </a:lnTo>
                  <a:lnTo>
                    <a:pt x="209795" y="659988"/>
                  </a:lnTo>
                  <a:lnTo>
                    <a:pt x="252184" y="674711"/>
                  </a:lnTo>
                  <a:lnTo>
                    <a:pt x="296888" y="683845"/>
                  </a:lnTo>
                  <a:lnTo>
                    <a:pt x="343496" y="686981"/>
                  </a:lnTo>
                  <a:lnTo>
                    <a:pt x="526275" y="686981"/>
                  </a:lnTo>
                  <a:lnTo>
                    <a:pt x="577000" y="678800"/>
                  </a:lnTo>
                  <a:lnTo>
                    <a:pt x="621052" y="656019"/>
                  </a:lnTo>
                  <a:lnTo>
                    <a:pt x="655790" y="621281"/>
                  </a:lnTo>
                  <a:lnTo>
                    <a:pt x="656052" y="620776"/>
                  </a:lnTo>
                  <a:lnTo>
                    <a:pt x="526275" y="620776"/>
                  </a:lnTo>
                  <a:lnTo>
                    <a:pt x="343496" y="620547"/>
                  </a:lnTo>
                  <a:lnTo>
                    <a:pt x="293697" y="616083"/>
                  </a:lnTo>
                  <a:lnTo>
                    <a:pt x="246825" y="603214"/>
                  </a:lnTo>
                  <a:lnTo>
                    <a:pt x="203664" y="582721"/>
                  </a:lnTo>
                  <a:lnTo>
                    <a:pt x="164997" y="555388"/>
                  </a:lnTo>
                  <a:lnTo>
                    <a:pt x="131605" y="521996"/>
                  </a:lnTo>
                  <a:lnTo>
                    <a:pt x="104272" y="483329"/>
                  </a:lnTo>
                  <a:lnTo>
                    <a:pt x="83779" y="440168"/>
                  </a:lnTo>
                  <a:lnTo>
                    <a:pt x="70910" y="393296"/>
                  </a:lnTo>
                  <a:lnTo>
                    <a:pt x="66446" y="343496"/>
                  </a:lnTo>
                  <a:lnTo>
                    <a:pt x="70910" y="293693"/>
                  </a:lnTo>
                  <a:lnTo>
                    <a:pt x="83779" y="246818"/>
                  </a:lnTo>
                  <a:lnTo>
                    <a:pt x="104272" y="203655"/>
                  </a:lnTo>
                  <a:lnTo>
                    <a:pt x="131605" y="164986"/>
                  </a:lnTo>
                  <a:lnTo>
                    <a:pt x="164997" y="131594"/>
                  </a:lnTo>
                  <a:lnTo>
                    <a:pt x="203664" y="104259"/>
                  </a:lnTo>
                  <a:lnTo>
                    <a:pt x="246825" y="83766"/>
                  </a:lnTo>
                  <a:lnTo>
                    <a:pt x="293697" y="70897"/>
                  </a:lnTo>
                  <a:lnTo>
                    <a:pt x="343496" y="66433"/>
                  </a:lnTo>
                  <a:lnTo>
                    <a:pt x="545788" y="66433"/>
                  </a:lnTo>
                  <a:lnTo>
                    <a:pt x="516862" y="46896"/>
                  </a:lnTo>
                  <a:lnTo>
                    <a:pt x="477197" y="26993"/>
                  </a:lnTo>
                  <a:lnTo>
                    <a:pt x="434809" y="12269"/>
                  </a:lnTo>
                  <a:lnTo>
                    <a:pt x="390105" y="3135"/>
                  </a:lnTo>
                  <a:lnTo>
                    <a:pt x="343496" y="0"/>
                  </a:lnTo>
                  <a:close/>
                </a:path>
                <a:path w="687069" h="687070">
                  <a:moveTo>
                    <a:pt x="545788" y="66433"/>
                  </a:moveTo>
                  <a:lnTo>
                    <a:pt x="343496" y="66433"/>
                  </a:lnTo>
                  <a:lnTo>
                    <a:pt x="393296" y="70897"/>
                  </a:lnTo>
                  <a:lnTo>
                    <a:pt x="440168" y="83766"/>
                  </a:lnTo>
                  <a:lnTo>
                    <a:pt x="483329" y="104259"/>
                  </a:lnTo>
                  <a:lnTo>
                    <a:pt x="521996" y="131594"/>
                  </a:lnTo>
                  <a:lnTo>
                    <a:pt x="555388" y="164986"/>
                  </a:lnTo>
                  <a:lnTo>
                    <a:pt x="582721" y="203655"/>
                  </a:lnTo>
                  <a:lnTo>
                    <a:pt x="603214" y="246818"/>
                  </a:lnTo>
                  <a:lnTo>
                    <a:pt x="616083" y="293693"/>
                  </a:lnTo>
                  <a:lnTo>
                    <a:pt x="620547" y="343496"/>
                  </a:lnTo>
                  <a:lnTo>
                    <a:pt x="620547" y="526503"/>
                  </a:lnTo>
                  <a:lnTo>
                    <a:pt x="613139" y="563200"/>
                  </a:lnTo>
                  <a:lnTo>
                    <a:pt x="592937" y="593166"/>
                  </a:lnTo>
                  <a:lnTo>
                    <a:pt x="562972" y="613368"/>
                  </a:lnTo>
                  <a:lnTo>
                    <a:pt x="526275" y="620776"/>
                  </a:lnTo>
                  <a:lnTo>
                    <a:pt x="656052" y="620776"/>
                  </a:lnTo>
                  <a:lnTo>
                    <a:pt x="678571" y="577228"/>
                  </a:lnTo>
                  <a:lnTo>
                    <a:pt x="686752" y="526503"/>
                  </a:lnTo>
                  <a:lnTo>
                    <a:pt x="686873" y="434808"/>
                  </a:lnTo>
                  <a:lnTo>
                    <a:pt x="686993" y="343496"/>
                  </a:lnTo>
                  <a:lnTo>
                    <a:pt x="683857" y="296885"/>
                  </a:lnTo>
                  <a:lnTo>
                    <a:pt x="674723" y="252180"/>
                  </a:lnTo>
                  <a:lnTo>
                    <a:pt x="659998" y="209790"/>
                  </a:lnTo>
                  <a:lnTo>
                    <a:pt x="640094" y="170125"/>
                  </a:lnTo>
                  <a:lnTo>
                    <a:pt x="615419" y="133594"/>
                  </a:lnTo>
                  <a:lnTo>
                    <a:pt x="586382" y="100606"/>
                  </a:lnTo>
                  <a:lnTo>
                    <a:pt x="553394" y="71570"/>
                  </a:lnTo>
                  <a:lnTo>
                    <a:pt x="545788" y="66433"/>
                  </a:lnTo>
                  <a:close/>
                </a:path>
              </a:pathLst>
            </a:custGeom>
            <a:solidFill>
              <a:srgbClr val="EB6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76567E14-DF76-0938-1821-B43E4E37B48B}"/>
                </a:ext>
              </a:extLst>
            </p:cNvPr>
            <p:cNvSpPr/>
            <p:nvPr/>
          </p:nvSpPr>
          <p:spPr>
            <a:xfrm>
              <a:off x="730841" y="5064070"/>
              <a:ext cx="642620" cy="589280"/>
            </a:xfrm>
            <a:custGeom>
              <a:avLst/>
              <a:gdLst/>
              <a:ahLst/>
              <a:cxnLst/>
              <a:rect l="l" t="t" r="r" b="b"/>
              <a:pathLst>
                <a:path w="642619" h="589279">
                  <a:moveTo>
                    <a:pt x="102996" y="0"/>
                  </a:moveTo>
                  <a:lnTo>
                    <a:pt x="73301" y="33136"/>
                  </a:lnTo>
                  <a:lnTo>
                    <a:pt x="48049" y="69931"/>
                  </a:lnTo>
                  <a:lnTo>
                    <a:pt x="27666" y="109961"/>
                  </a:lnTo>
                  <a:lnTo>
                    <a:pt x="12580" y="152800"/>
                  </a:lnTo>
                  <a:lnTo>
                    <a:pt x="3216" y="198025"/>
                  </a:lnTo>
                  <a:lnTo>
                    <a:pt x="0" y="245211"/>
                  </a:lnTo>
                  <a:lnTo>
                    <a:pt x="3135" y="291823"/>
                  </a:lnTo>
                  <a:lnTo>
                    <a:pt x="12270" y="336528"/>
                  </a:lnTo>
                  <a:lnTo>
                    <a:pt x="26994" y="378917"/>
                  </a:lnTo>
                  <a:lnTo>
                    <a:pt x="46899" y="418583"/>
                  </a:lnTo>
                  <a:lnTo>
                    <a:pt x="71574" y="455114"/>
                  </a:lnTo>
                  <a:lnTo>
                    <a:pt x="100610" y="488102"/>
                  </a:lnTo>
                  <a:lnTo>
                    <a:pt x="133599" y="517137"/>
                  </a:lnTo>
                  <a:lnTo>
                    <a:pt x="170131" y="541812"/>
                  </a:lnTo>
                  <a:lnTo>
                    <a:pt x="209795" y="561715"/>
                  </a:lnTo>
                  <a:lnTo>
                    <a:pt x="252184" y="576438"/>
                  </a:lnTo>
                  <a:lnTo>
                    <a:pt x="296888" y="585572"/>
                  </a:lnTo>
                  <a:lnTo>
                    <a:pt x="343496" y="588708"/>
                  </a:lnTo>
                  <a:lnTo>
                    <a:pt x="526275" y="588708"/>
                  </a:lnTo>
                  <a:lnTo>
                    <a:pt x="559498" y="585259"/>
                  </a:lnTo>
                  <a:lnTo>
                    <a:pt x="590353" y="575381"/>
                  </a:lnTo>
                  <a:lnTo>
                    <a:pt x="618140" y="559781"/>
                  </a:lnTo>
                  <a:lnTo>
                    <a:pt x="642162" y="539165"/>
                  </a:lnTo>
                  <a:lnTo>
                    <a:pt x="595350" y="492353"/>
                  </a:lnTo>
                  <a:lnTo>
                    <a:pt x="581135" y="504886"/>
                  </a:lnTo>
                  <a:lnTo>
                    <a:pt x="564594" y="514381"/>
                  </a:lnTo>
                  <a:lnTo>
                    <a:pt x="546162" y="520399"/>
                  </a:lnTo>
                  <a:lnTo>
                    <a:pt x="526275" y="522503"/>
                  </a:lnTo>
                  <a:lnTo>
                    <a:pt x="343496" y="522274"/>
                  </a:lnTo>
                  <a:lnTo>
                    <a:pt x="293697" y="517811"/>
                  </a:lnTo>
                  <a:lnTo>
                    <a:pt x="246825" y="504941"/>
                  </a:lnTo>
                  <a:lnTo>
                    <a:pt x="203664" y="484448"/>
                  </a:lnTo>
                  <a:lnTo>
                    <a:pt x="164997" y="457114"/>
                  </a:lnTo>
                  <a:lnTo>
                    <a:pt x="131605" y="423721"/>
                  </a:lnTo>
                  <a:lnTo>
                    <a:pt x="104272" y="385052"/>
                  </a:lnTo>
                  <a:lnTo>
                    <a:pt x="83779" y="341889"/>
                  </a:lnTo>
                  <a:lnTo>
                    <a:pt x="70910" y="295015"/>
                  </a:lnTo>
                  <a:lnTo>
                    <a:pt x="66446" y="245211"/>
                  </a:lnTo>
                  <a:lnTo>
                    <a:pt x="72252" y="188534"/>
                  </a:lnTo>
                  <a:lnTo>
                    <a:pt x="88888" y="135826"/>
                  </a:lnTo>
                  <a:lnTo>
                    <a:pt x="115186" y="88252"/>
                  </a:lnTo>
                  <a:lnTo>
                    <a:pt x="149974" y="46977"/>
                  </a:lnTo>
                  <a:lnTo>
                    <a:pt x="102996" y="0"/>
                  </a:lnTo>
                  <a:close/>
                </a:path>
              </a:pathLst>
            </a:custGeom>
            <a:solidFill>
              <a:srgbClr val="CF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F1D775EE-6AFF-CF32-025F-671EE736F5AA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198" y="5743225"/>
              <a:ext cx="104267" cy="105029"/>
            </a:xfrm>
            <a:prstGeom prst="rect">
              <a:avLst/>
            </a:prstGeom>
          </p:spPr>
        </p:pic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42A09207-FB24-1D47-3EBA-735E893BD430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5009" y="5743224"/>
              <a:ext cx="70256" cy="101549"/>
            </a:xfrm>
            <a:prstGeom prst="rect">
              <a:avLst/>
            </a:prstGeom>
          </p:spPr>
        </p:pic>
        <p:pic>
          <p:nvPicPr>
            <p:cNvPr id="14" name="object 12">
              <a:extLst>
                <a:ext uri="{FF2B5EF4-FFF2-40B4-BE49-F238E27FC236}">
                  <a16:creationId xmlns:a16="http://schemas.microsoft.com/office/drawing/2014/main" id="{94F2B19B-AF49-2C33-8247-A64FED346043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8769" y="5743223"/>
              <a:ext cx="87960" cy="105028"/>
            </a:xfrm>
            <a:prstGeom prst="rect">
              <a:avLst/>
            </a:prstGeom>
          </p:spPr>
        </p:pic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FEBC7E10-0602-1431-762B-9093AE88EE63}"/>
                </a:ext>
              </a:extLst>
            </p:cNvPr>
            <p:cNvSpPr/>
            <p:nvPr/>
          </p:nvSpPr>
          <p:spPr>
            <a:xfrm>
              <a:off x="782764" y="5859627"/>
              <a:ext cx="84455" cy="16510"/>
            </a:xfrm>
            <a:custGeom>
              <a:avLst/>
              <a:gdLst/>
              <a:ahLst/>
              <a:cxnLst/>
              <a:rect l="l" t="t" r="r" b="b"/>
              <a:pathLst>
                <a:path w="84455" h="16510">
                  <a:moveTo>
                    <a:pt x="84302" y="0"/>
                  </a:moveTo>
                  <a:lnTo>
                    <a:pt x="0" y="0"/>
                  </a:lnTo>
                  <a:lnTo>
                    <a:pt x="0" y="16217"/>
                  </a:lnTo>
                  <a:lnTo>
                    <a:pt x="84302" y="16217"/>
                  </a:lnTo>
                  <a:lnTo>
                    <a:pt x="84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4">
              <a:extLst>
                <a:ext uri="{FF2B5EF4-FFF2-40B4-BE49-F238E27FC236}">
                  <a16:creationId xmlns:a16="http://schemas.microsoft.com/office/drawing/2014/main" id="{E6F5884D-D8E6-5E39-463A-99D9901A4F79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5910" y="5744923"/>
              <a:ext cx="96469" cy="99847"/>
            </a:xfrm>
            <a:prstGeom prst="rect">
              <a:avLst/>
            </a:prstGeom>
          </p:spPr>
        </p:pic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EA3F498A-39A6-DEBA-6E3B-894AC45B3EF5}"/>
                </a:ext>
              </a:extLst>
            </p:cNvPr>
            <p:cNvSpPr/>
            <p:nvPr/>
          </p:nvSpPr>
          <p:spPr>
            <a:xfrm>
              <a:off x="895436" y="5131116"/>
              <a:ext cx="353060" cy="357505"/>
            </a:xfrm>
            <a:custGeom>
              <a:avLst/>
              <a:gdLst/>
              <a:ahLst/>
              <a:cxnLst/>
              <a:rect l="l" t="t" r="r" b="b"/>
              <a:pathLst>
                <a:path w="353059" h="357504">
                  <a:moveTo>
                    <a:pt x="178587" y="0"/>
                  </a:moveTo>
                  <a:lnTo>
                    <a:pt x="131112" y="6379"/>
                  </a:lnTo>
                  <a:lnTo>
                    <a:pt x="88452" y="24383"/>
                  </a:lnTo>
                  <a:lnTo>
                    <a:pt x="52308" y="52308"/>
                  </a:lnTo>
                  <a:lnTo>
                    <a:pt x="24383" y="88452"/>
                  </a:lnTo>
                  <a:lnTo>
                    <a:pt x="6379" y="131112"/>
                  </a:lnTo>
                  <a:lnTo>
                    <a:pt x="0" y="178587"/>
                  </a:lnTo>
                  <a:lnTo>
                    <a:pt x="6379" y="226072"/>
                  </a:lnTo>
                  <a:lnTo>
                    <a:pt x="24383" y="268740"/>
                  </a:lnTo>
                  <a:lnTo>
                    <a:pt x="52308" y="304888"/>
                  </a:lnTo>
                  <a:lnTo>
                    <a:pt x="88452" y="332816"/>
                  </a:lnTo>
                  <a:lnTo>
                    <a:pt x="131112" y="350820"/>
                  </a:lnTo>
                  <a:lnTo>
                    <a:pt x="178587" y="357200"/>
                  </a:lnTo>
                  <a:lnTo>
                    <a:pt x="189953" y="356768"/>
                  </a:lnTo>
                  <a:lnTo>
                    <a:pt x="191096" y="357200"/>
                  </a:lnTo>
                  <a:lnTo>
                    <a:pt x="297357" y="247332"/>
                  </a:lnTo>
                  <a:lnTo>
                    <a:pt x="297357" y="329107"/>
                  </a:lnTo>
                  <a:lnTo>
                    <a:pt x="352996" y="329107"/>
                  </a:lnTo>
                  <a:lnTo>
                    <a:pt x="352996" y="162725"/>
                  </a:lnTo>
                  <a:lnTo>
                    <a:pt x="297357" y="162725"/>
                  </a:lnTo>
                  <a:lnTo>
                    <a:pt x="186613" y="162725"/>
                  </a:lnTo>
                  <a:lnTo>
                    <a:pt x="186613" y="218363"/>
                  </a:lnTo>
                  <a:lnTo>
                    <a:pt x="246710" y="218363"/>
                  </a:lnTo>
                  <a:lnTo>
                    <a:pt x="173139" y="294817"/>
                  </a:lnTo>
                  <a:lnTo>
                    <a:pt x="129755" y="284236"/>
                  </a:lnTo>
                  <a:lnTo>
                    <a:pt x="94516" y="259057"/>
                  </a:lnTo>
                  <a:lnTo>
                    <a:pt x="70854" y="222701"/>
                  </a:lnTo>
                  <a:lnTo>
                    <a:pt x="62204" y="178587"/>
                  </a:lnTo>
                  <a:lnTo>
                    <a:pt x="71350" y="133286"/>
                  </a:lnTo>
                  <a:lnTo>
                    <a:pt x="96292" y="96292"/>
                  </a:lnTo>
                  <a:lnTo>
                    <a:pt x="133286" y="71350"/>
                  </a:lnTo>
                  <a:lnTo>
                    <a:pt x="178587" y="62204"/>
                  </a:lnTo>
                  <a:lnTo>
                    <a:pt x="211940" y="67056"/>
                  </a:lnTo>
                  <a:lnTo>
                    <a:pt x="241512" y="80671"/>
                  </a:lnTo>
                  <a:lnTo>
                    <a:pt x="265898" y="101643"/>
                  </a:lnTo>
                  <a:lnTo>
                    <a:pt x="283692" y="128562"/>
                  </a:lnTo>
                  <a:lnTo>
                    <a:pt x="350024" y="128562"/>
                  </a:lnTo>
                  <a:lnTo>
                    <a:pt x="331680" y="86667"/>
                  </a:lnTo>
                  <a:lnTo>
                    <a:pt x="303725" y="51218"/>
                  </a:lnTo>
                  <a:lnTo>
                    <a:pt x="267799" y="23860"/>
                  </a:lnTo>
                  <a:lnTo>
                    <a:pt x="225539" y="6239"/>
                  </a:lnTo>
                  <a:lnTo>
                    <a:pt x="178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7833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79C6E33-5609-D202-8FF4-C12625E038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B606F6-0923-8744-6CCC-AA4958DCE73B}"/>
              </a:ext>
            </a:extLst>
          </p:cNvPr>
          <p:cNvSpPr/>
          <p:nvPr userDrawn="1"/>
        </p:nvSpPr>
        <p:spPr>
          <a:xfrm>
            <a:off x="523694" y="567779"/>
            <a:ext cx="5854461" cy="5854461"/>
          </a:xfrm>
          <a:custGeom>
            <a:avLst/>
            <a:gdLst>
              <a:gd name="connsiteX0" fmla="*/ 2401866 w 4803732"/>
              <a:gd name="connsiteY0" fmla="*/ 0 h 4803732"/>
              <a:gd name="connsiteX1" fmla="*/ 4791331 w 4803732"/>
              <a:gd name="connsiteY1" fmla="*/ 2156289 h 4803732"/>
              <a:gd name="connsiteX2" fmla="*/ 4792386 w 4803732"/>
              <a:gd name="connsiteY2" fmla="*/ 2177170 h 4803732"/>
              <a:gd name="connsiteX3" fmla="*/ 4799827 w 4803732"/>
              <a:gd name="connsiteY3" fmla="*/ 2225930 h 4803732"/>
              <a:gd name="connsiteX4" fmla="*/ 4803732 w 4803732"/>
              <a:gd name="connsiteY4" fmla="*/ 2303256 h 4803732"/>
              <a:gd name="connsiteX5" fmla="*/ 4803732 w 4803732"/>
              <a:gd name="connsiteY5" fmla="*/ 2401866 h 4803732"/>
              <a:gd name="connsiteX6" fmla="*/ 4803732 w 4803732"/>
              <a:gd name="connsiteY6" fmla="*/ 4047440 h 4803732"/>
              <a:gd name="connsiteX7" fmla="*/ 4047440 w 4803732"/>
              <a:gd name="connsiteY7" fmla="*/ 4803732 h 4803732"/>
              <a:gd name="connsiteX8" fmla="*/ 2459832 w 4803732"/>
              <a:gd name="connsiteY8" fmla="*/ 4803732 h 4803732"/>
              <a:gd name="connsiteX9" fmla="*/ 2430849 w 4803732"/>
              <a:gd name="connsiteY9" fmla="*/ 4802269 h 4803732"/>
              <a:gd name="connsiteX10" fmla="*/ 2401866 w 4803732"/>
              <a:gd name="connsiteY10" fmla="*/ 4803732 h 4803732"/>
              <a:gd name="connsiteX11" fmla="*/ 0 w 4803732"/>
              <a:gd name="connsiteY11" fmla="*/ 2401866 h 4803732"/>
              <a:gd name="connsiteX12" fmla="*/ 2401866 w 4803732"/>
              <a:gd name="connsiteY12" fmla="*/ 0 h 480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03732" h="4803732">
                <a:moveTo>
                  <a:pt x="2401866" y="0"/>
                </a:moveTo>
                <a:cubicBezTo>
                  <a:pt x="3645473" y="0"/>
                  <a:pt x="4668332" y="945134"/>
                  <a:pt x="4791331" y="2156289"/>
                </a:cubicBezTo>
                <a:lnTo>
                  <a:pt x="4792386" y="2177170"/>
                </a:lnTo>
                <a:lnTo>
                  <a:pt x="4799827" y="2225930"/>
                </a:lnTo>
                <a:cubicBezTo>
                  <a:pt x="4802409" y="2251354"/>
                  <a:pt x="4803732" y="2277151"/>
                  <a:pt x="4803732" y="2303256"/>
                </a:cubicBezTo>
                <a:lnTo>
                  <a:pt x="4803732" y="2401866"/>
                </a:lnTo>
                <a:lnTo>
                  <a:pt x="4803732" y="4047440"/>
                </a:lnTo>
                <a:cubicBezTo>
                  <a:pt x="4803732" y="4465129"/>
                  <a:pt x="4465129" y="4803732"/>
                  <a:pt x="4047440" y="4803732"/>
                </a:cubicBezTo>
                <a:lnTo>
                  <a:pt x="2459832" y="4803732"/>
                </a:lnTo>
                <a:lnTo>
                  <a:pt x="2430849" y="4802269"/>
                </a:lnTo>
                <a:lnTo>
                  <a:pt x="2401866" y="4803732"/>
                </a:lnTo>
                <a:cubicBezTo>
                  <a:pt x="1075352" y="4803732"/>
                  <a:pt x="0" y="3728380"/>
                  <a:pt x="0" y="2401866"/>
                </a:cubicBezTo>
                <a:cubicBezTo>
                  <a:pt x="0" y="1075352"/>
                  <a:pt x="1075352" y="0"/>
                  <a:pt x="2401866" y="0"/>
                </a:cubicBezTo>
                <a:close/>
              </a:path>
            </a:pathLst>
          </a:custGeom>
          <a:gradFill>
            <a:gsLst>
              <a:gs pos="35000">
                <a:srgbClr val="B62121"/>
              </a:gs>
              <a:gs pos="11000">
                <a:srgbClr val="EC5F27"/>
              </a:gs>
              <a:gs pos="57000">
                <a:srgbClr val="470000"/>
              </a:gs>
              <a:gs pos="31000">
                <a:srgbClr val="D02929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2" name="object 7">
            <a:extLst>
              <a:ext uri="{FF2B5EF4-FFF2-40B4-BE49-F238E27FC236}">
                <a16:creationId xmlns:a16="http://schemas.microsoft.com/office/drawing/2014/main" id="{79A6A15C-B18F-4181-F962-68BA22F7C92E}"/>
              </a:ext>
            </a:extLst>
          </p:cNvPr>
          <p:cNvGrpSpPr/>
          <p:nvPr userDrawn="1"/>
        </p:nvGrpSpPr>
        <p:grpSpPr>
          <a:xfrm>
            <a:off x="5247584" y="5217090"/>
            <a:ext cx="594588" cy="788022"/>
            <a:chOff x="730841" y="4965794"/>
            <a:chExt cx="687070" cy="910590"/>
          </a:xfrm>
        </p:grpSpPr>
        <p:sp>
          <p:nvSpPr>
            <p:cNvPr id="33" name="object 8">
              <a:extLst>
                <a:ext uri="{FF2B5EF4-FFF2-40B4-BE49-F238E27FC236}">
                  <a16:creationId xmlns:a16="http://schemas.microsoft.com/office/drawing/2014/main" id="{418432EA-FBC3-D590-4067-042025A45E19}"/>
                </a:ext>
              </a:extLst>
            </p:cNvPr>
            <p:cNvSpPr/>
            <p:nvPr/>
          </p:nvSpPr>
          <p:spPr>
            <a:xfrm>
              <a:off x="730841" y="4965794"/>
              <a:ext cx="687070" cy="687070"/>
            </a:xfrm>
            <a:custGeom>
              <a:avLst/>
              <a:gdLst/>
              <a:ahLst/>
              <a:cxnLst/>
              <a:rect l="l" t="t" r="r" b="b"/>
              <a:pathLst>
                <a:path w="687069" h="687070">
                  <a:moveTo>
                    <a:pt x="343496" y="0"/>
                  </a:moveTo>
                  <a:lnTo>
                    <a:pt x="296888" y="3135"/>
                  </a:lnTo>
                  <a:lnTo>
                    <a:pt x="252184" y="12269"/>
                  </a:lnTo>
                  <a:lnTo>
                    <a:pt x="209795" y="26993"/>
                  </a:lnTo>
                  <a:lnTo>
                    <a:pt x="170131" y="46896"/>
                  </a:lnTo>
                  <a:lnTo>
                    <a:pt x="133599" y="71570"/>
                  </a:lnTo>
                  <a:lnTo>
                    <a:pt x="100610" y="100606"/>
                  </a:lnTo>
                  <a:lnTo>
                    <a:pt x="71574" y="133594"/>
                  </a:lnTo>
                  <a:lnTo>
                    <a:pt x="46899" y="170125"/>
                  </a:lnTo>
                  <a:lnTo>
                    <a:pt x="26994" y="209790"/>
                  </a:lnTo>
                  <a:lnTo>
                    <a:pt x="12270" y="252180"/>
                  </a:lnTo>
                  <a:lnTo>
                    <a:pt x="3135" y="296885"/>
                  </a:lnTo>
                  <a:lnTo>
                    <a:pt x="0" y="343496"/>
                  </a:lnTo>
                  <a:lnTo>
                    <a:pt x="3135" y="390105"/>
                  </a:lnTo>
                  <a:lnTo>
                    <a:pt x="12270" y="434808"/>
                  </a:lnTo>
                  <a:lnTo>
                    <a:pt x="26994" y="477195"/>
                  </a:lnTo>
                  <a:lnTo>
                    <a:pt x="46899" y="516859"/>
                  </a:lnTo>
                  <a:lnTo>
                    <a:pt x="71574" y="553389"/>
                  </a:lnTo>
                  <a:lnTo>
                    <a:pt x="100610" y="586376"/>
                  </a:lnTo>
                  <a:lnTo>
                    <a:pt x="133599" y="615411"/>
                  </a:lnTo>
                  <a:lnTo>
                    <a:pt x="170131" y="640085"/>
                  </a:lnTo>
                  <a:lnTo>
                    <a:pt x="209795" y="659988"/>
                  </a:lnTo>
                  <a:lnTo>
                    <a:pt x="252184" y="674711"/>
                  </a:lnTo>
                  <a:lnTo>
                    <a:pt x="296888" y="683845"/>
                  </a:lnTo>
                  <a:lnTo>
                    <a:pt x="343496" y="686981"/>
                  </a:lnTo>
                  <a:lnTo>
                    <a:pt x="526275" y="686981"/>
                  </a:lnTo>
                  <a:lnTo>
                    <a:pt x="577000" y="678800"/>
                  </a:lnTo>
                  <a:lnTo>
                    <a:pt x="621052" y="656019"/>
                  </a:lnTo>
                  <a:lnTo>
                    <a:pt x="655790" y="621281"/>
                  </a:lnTo>
                  <a:lnTo>
                    <a:pt x="656052" y="620776"/>
                  </a:lnTo>
                  <a:lnTo>
                    <a:pt x="526275" y="620776"/>
                  </a:lnTo>
                  <a:lnTo>
                    <a:pt x="343496" y="620547"/>
                  </a:lnTo>
                  <a:lnTo>
                    <a:pt x="293697" y="616083"/>
                  </a:lnTo>
                  <a:lnTo>
                    <a:pt x="246825" y="603214"/>
                  </a:lnTo>
                  <a:lnTo>
                    <a:pt x="203664" y="582721"/>
                  </a:lnTo>
                  <a:lnTo>
                    <a:pt x="164997" y="555388"/>
                  </a:lnTo>
                  <a:lnTo>
                    <a:pt x="131605" y="521996"/>
                  </a:lnTo>
                  <a:lnTo>
                    <a:pt x="104272" y="483329"/>
                  </a:lnTo>
                  <a:lnTo>
                    <a:pt x="83779" y="440168"/>
                  </a:lnTo>
                  <a:lnTo>
                    <a:pt x="70910" y="393296"/>
                  </a:lnTo>
                  <a:lnTo>
                    <a:pt x="66446" y="343496"/>
                  </a:lnTo>
                  <a:lnTo>
                    <a:pt x="70910" y="293693"/>
                  </a:lnTo>
                  <a:lnTo>
                    <a:pt x="83779" y="246818"/>
                  </a:lnTo>
                  <a:lnTo>
                    <a:pt x="104272" y="203655"/>
                  </a:lnTo>
                  <a:lnTo>
                    <a:pt x="131605" y="164986"/>
                  </a:lnTo>
                  <a:lnTo>
                    <a:pt x="164997" y="131594"/>
                  </a:lnTo>
                  <a:lnTo>
                    <a:pt x="203664" y="104259"/>
                  </a:lnTo>
                  <a:lnTo>
                    <a:pt x="246825" y="83766"/>
                  </a:lnTo>
                  <a:lnTo>
                    <a:pt x="293697" y="70897"/>
                  </a:lnTo>
                  <a:lnTo>
                    <a:pt x="343496" y="66433"/>
                  </a:lnTo>
                  <a:lnTo>
                    <a:pt x="545788" y="66433"/>
                  </a:lnTo>
                  <a:lnTo>
                    <a:pt x="516862" y="46896"/>
                  </a:lnTo>
                  <a:lnTo>
                    <a:pt x="477197" y="26993"/>
                  </a:lnTo>
                  <a:lnTo>
                    <a:pt x="434809" y="12269"/>
                  </a:lnTo>
                  <a:lnTo>
                    <a:pt x="390105" y="3135"/>
                  </a:lnTo>
                  <a:lnTo>
                    <a:pt x="343496" y="0"/>
                  </a:lnTo>
                  <a:close/>
                </a:path>
                <a:path w="687069" h="687070">
                  <a:moveTo>
                    <a:pt x="545788" y="66433"/>
                  </a:moveTo>
                  <a:lnTo>
                    <a:pt x="343496" y="66433"/>
                  </a:lnTo>
                  <a:lnTo>
                    <a:pt x="393296" y="70897"/>
                  </a:lnTo>
                  <a:lnTo>
                    <a:pt x="440168" y="83766"/>
                  </a:lnTo>
                  <a:lnTo>
                    <a:pt x="483329" y="104259"/>
                  </a:lnTo>
                  <a:lnTo>
                    <a:pt x="521996" y="131594"/>
                  </a:lnTo>
                  <a:lnTo>
                    <a:pt x="555388" y="164986"/>
                  </a:lnTo>
                  <a:lnTo>
                    <a:pt x="582721" y="203655"/>
                  </a:lnTo>
                  <a:lnTo>
                    <a:pt x="603214" y="246818"/>
                  </a:lnTo>
                  <a:lnTo>
                    <a:pt x="616083" y="293693"/>
                  </a:lnTo>
                  <a:lnTo>
                    <a:pt x="620547" y="343496"/>
                  </a:lnTo>
                  <a:lnTo>
                    <a:pt x="620547" y="526503"/>
                  </a:lnTo>
                  <a:lnTo>
                    <a:pt x="613139" y="563200"/>
                  </a:lnTo>
                  <a:lnTo>
                    <a:pt x="592937" y="593166"/>
                  </a:lnTo>
                  <a:lnTo>
                    <a:pt x="562972" y="613368"/>
                  </a:lnTo>
                  <a:lnTo>
                    <a:pt x="526275" y="620776"/>
                  </a:lnTo>
                  <a:lnTo>
                    <a:pt x="656052" y="620776"/>
                  </a:lnTo>
                  <a:lnTo>
                    <a:pt x="678571" y="577228"/>
                  </a:lnTo>
                  <a:lnTo>
                    <a:pt x="686752" y="526503"/>
                  </a:lnTo>
                  <a:lnTo>
                    <a:pt x="686873" y="434808"/>
                  </a:lnTo>
                  <a:lnTo>
                    <a:pt x="686993" y="343496"/>
                  </a:lnTo>
                  <a:lnTo>
                    <a:pt x="683857" y="296885"/>
                  </a:lnTo>
                  <a:lnTo>
                    <a:pt x="674723" y="252180"/>
                  </a:lnTo>
                  <a:lnTo>
                    <a:pt x="659998" y="209790"/>
                  </a:lnTo>
                  <a:lnTo>
                    <a:pt x="640094" y="170125"/>
                  </a:lnTo>
                  <a:lnTo>
                    <a:pt x="615419" y="133594"/>
                  </a:lnTo>
                  <a:lnTo>
                    <a:pt x="586382" y="100606"/>
                  </a:lnTo>
                  <a:lnTo>
                    <a:pt x="553394" y="71570"/>
                  </a:lnTo>
                  <a:lnTo>
                    <a:pt x="545788" y="66433"/>
                  </a:lnTo>
                  <a:close/>
                </a:path>
              </a:pathLst>
            </a:custGeom>
            <a:solidFill>
              <a:srgbClr val="EB6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9">
              <a:extLst>
                <a:ext uri="{FF2B5EF4-FFF2-40B4-BE49-F238E27FC236}">
                  <a16:creationId xmlns:a16="http://schemas.microsoft.com/office/drawing/2014/main" id="{661F0F0A-5268-F728-1F2D-F6F7075B285D}"/>
                </a:ext>
              </a:extLst>
            </p:cNvPr>
            <p:cNvSpPr/>
            <p:nvPr/>
          </p:nvSpPr>
          <p:spPr>
            <a:xfrm>
              <a:off x="730841" y="5064070"/>
              <a:ext cx="642620" cy="589280"/>
            </a:xfrm>
            <a:custGeom>
              <a:avLst/>
              <a:gdLst/>
              <a:ahLst/>
              <a:cxnLst/>
              <a:rect l="l" t="t" r="r" b="b"/>
              <a:pathLst>
                <a:path w="642619" h="589279">
                  <a:moveTo>
                    <a:pt x="102996" y="0"/>
                  </a:moveTo>
                  <a:lnTo>
                    <a:pt x="73301" y="33136"/>
                  </a:lnTo>
                  <a:lnTo>
                    <a:pt x="48049" y="69931"/>
                  </a:lnTo>
                  <a:lnTo>
                    <a:pt x="27666" y="109961"/>
                  </a:lnTo>
                  <a:lnTo>
                    <a:pt x="12580" y="152800"/>
                  </a:lnTo>
                  <a:lnTo>
                    <a:pt x="3216" y="198025"/>
                  </a:lnTo>
                  <a:lnTo>
                    <a:pt x="0" y="245211"/>
                  </a:lnTo>
                  <a:lnTo>
                    <a:pt x="3135" y="291823"/>
                  </a:lnTo>
                  <a:lnTo>
                    <a:pt x="12270" y="336528"/>
                  </a:lnTo>
                  <a:lnTo>
                    <a:pt x="26994" y="378917"/>
                  </a:lnTo>
                  <a:lnTo>
                    <a:pt x="46899" y="418583"/>
                  </a:lnTo>
                  <a:lnTo>
                    <a:pt x="71574" y="455114"/>
                  </a:lnTo>
                  <a:lnTo>
                    <a:pt x="100610" y="488102"/>
                  </a:lnTo>
                  <a:lnTo>
                    <a:pt x="133599" y="517137"/>
                  </a:lnTo>
                  <a:lnTo>
                    <a:pt x="170131" y="541812"/>
                  </a:lnTo>
                  <a:lnTo>
                    <a:pt x="209795" y="561715"/>
                  </a:lnTo>
                  <a:lnTo>
                    <a:pt x="252184" y="576438"/>
                  </a:lnTo>
                  <a:lnTo>
                    <a:pt x="296888" y="585572"/>
                  </a:lnTo>
                  <a:lnTo>
                    <a:pt x="343496" y="588708"/>
                  </a:lnTo>
                  <a:lnTo>
                    <a:pt x="526275" y="588708"/>
                  </a:lnTo>
                  <a:lnTo>
                    <a:pt x="559498" y="585259"/>
                  </a:lnTo>
                  <a:lnTo>
                    <a:pt x="590353" y="575381"/>
                  </a:lnTo>
                  <a:lnTo>
                    <a:pt x="618140" y="559781"/>
                  </a:lnTo>
                  <a:lnTo>
                    <a:pt x="642162" y="539165"/>
                  </a:lnTo>
                  <a:lnTo>
                    <a:pt x="595350" y="492353"/>
                  </a:lnTo>
                  <a:lnTo>
                    <a:pt x="581135" y="504886"/>
                  </a:lnTo>
                  <a:lnTo>
                    <a:pt x="564594" y="514381"/>
                  </a:lnTo>
                  <a:lnTo>
                    <a:pt x="546162" y="520399"/>
                  </a:lnTo>
                  <a:lnTo>
                    <a:pt x="526275" y="522503"/>
                  </a:lnTo>
                  <a:lnTo>
                    <a:pt x="343496" y="522274"/>
                  </a:lnTo>
                  <a:lnTo>
                    <a:pt x="293697" y="517811"/>
                  </a:lnTo>
                  <a:lnTo>
                    <a:pt x="246825" y="504941"/>
                  </a:lnTo>
                  <a:lnTo>
                    <a:pt x="203664" y="484448"/>
                  </a:lnTo>
                  <a:lnTo>
                    <a:pt x="164997" y="457114"/>
                  </a:lnTo>
                  <a:lnTo>
                    <a:pt x="131605" y="423721"/>
                  </a:lnTo>
                  <a:lnTo>
                    <a:pt x="104272" y="385052"/>
                  </a:lnTo>
                  <a:lnTo>
                    <a:pt x="83779" y="341889"/>
                  </a:lnTo>
                  <a:lnTo>
                    <a:pt x="70910" y="295015"/>
                  </a:lnTo>
                  <a:lnTo>
                    <a:pt x="66446" y="245211"/>
                  </a:lnTo>
                  <a:lnTo>
                    <a:pt x="72252" y="188534"/>
                  </a:lnTo>
                  <a:lnTo>
                    <a:pt x="88888" y="135826"/>
                  </a:lnTo>
                  <a:lnTo>
                    <a:pt x="115186" y="88252"/>
                  </a:lnTo>
                  <a:lnTo>
                    <a:pt x="149974" y="46977"/>
                  </a:lnTo>
                  <a:lnTo>
                    <a:pt x="102996" y="0"/>
                  </a:lnTo>
                  <a:close/>
                </a:path>
              </a:pathLst>
            </a:custGeom>
            <a:solidFill>
              <a:srgbClr val="CF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10">
              <a:extLst>
                <a:ext uri="{FF2B5EF4-FFF2-40B4-BE49-F238E27FC236}">
                  <a16:creationId xmlns:a16="http://schemas.microsoft.com/office/drawing/2014/main" id="{0843004B-CA7D-2346-A9B7-6E5D01E11442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198" y="5743225"/>
              <a:ext cx="104267" cy="105029"/>
            </a:xfrm>
            <a:prstGeom prst="rect">
              <a:avLst/>
            </a:prstGeom>
          </p:spPr>
        </p:pic>
        <p:pic>
          <p:nvPicPr>
            <p:cNvPr id="36" name="object 11">
              <a:extLst>
                <a:ext uri="{FF2B5EF4-FFF2-40B4-BE49-F238E27FC236}">
                  <a16:creationId xmlns:a16="http://schemas.microsoft.com/office/drawing/2014/main" id="{BDA6407F-D02F-1D04-38B9-9262556C9CCF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5009" y="5743224"/>
              <a:ext cx="70256" cy="101549"/>
            </a:xfrm>
            <a:prstGeom prst="rect">
              <a:avLst/>
            </a:prstGeom>
          </p:spPr>
        </p:pic>
        <p:pic>
          <p:nvPicPr>
            <p:cNvPr id="37" name="object 12">
              <a:extLst>
                <a:ext uri="{FF2B5EF4-FFF2-40B4-BE49-F238E27FC236}">
                  <a16:creationId xmlns:a16="http://schemas.microsoft.com/office/drawing/2014/main" id="{01D7954D-E611-CFC0-09B1-27F4A78CCB83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8769" y="5743223"/>
              <a:ext cx="87960" cy="105028"/>
            </a:xfrm>
            <a:prstGeom prst="rect">
              <a:avLst/>
            </a:prstGeom>
          </p:spPr>
        </p:pic>
        <p:sp>
          <p:nvSpPr>
            <p:cNvPr id="38" name="object 13">
              <a:extLst>
                <a:ext uri="{FF2B5EF4-FFF2-40B4-BE49-F238E27FC236}">
                  <a16:creationId xmlns:a16="http://schemas.microsoft.com/office/drawing/2014/main" id="{8F573FE3-E6AA-F1B2-AAC0-8C041460B5D6}"/>
                </a:ext>
              </a:extLst>
            </p:cNvPr>
            <p:cNvSpPr/>
            <p:nvPr/>
          </p:nvSpPr>
          <p:spPr>
            <a:xfrm>
              <a:off x="782764" y="5859627"/>
              <a:ext cx="84455" cy="16510"/>
            </a:xfrm>
            <a:custGeom>
              <a:avLst/>
              <a:gdLst/>
              <a:ahLst/>
              <a:cxnLst/>
              <a:rect l="l" t="t" r="r" b="b"/>
              <a:pathLst>
                <a:path w="84455" h="16510">
                  <a:moveTo>
                    <a:pt x="84302" y="0"/>
                  </a:moveTo>
                  <a:lnTo>
                    <a:pt x="0" y="0"/>
                  </a:lnTo>
                  <a:lnTo>
                    <a:pt x="0" y="16217"/>
                  </a:lnTo>
                  <a:lnTo>
                    <a:pt x="84302" y="16217"/>
                  </a:lnTo>
                  <a:lnTo>
                    <a:pt x="84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14">
              <a:extLst>
                <a:ext uri="{FF2B5EF4-FFF2-40B4-BE49-F238E27FC236}">
                  <a16:creationId xmlns:a16="http://schemas.microsoft.com/office/drawing/2014/main" id="{A7F90300-E43B-2D9E-DD72-3F04A0A4B4DE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5910" y="5744923"/>
              <a:ext cx="96469" cy="99847"/>
            </a:xfrm>
            <a:prstGeom prst="rect">
              <a:avLst/>
            </a:prstGeom>
          </p:spPr>
        </p:pic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66DE233D-DD17-30B7-AE84-1759B3B69B44}"/>
                </a:ext>
              </a:extLst>
            </p:cNvPr>
            <p:cNvSpPr/>
            <p:nvPr/>
          </p:nvSpPr>
          <p:spPr>
            <a:xfrm>
              <a:off x="895436" y="5131116"/>
              <a:ext cx="353060" cy="357505"/>
            </a:xfrm>
            <a:custGeom>
              <a:avLst/>
              <a:gdLst/>
              <a:ahLst/>
              <a:cxnLst/>
              <a:rect l="l" t="t" r="r" b="b"/>
              <a:pathLst>
                <a:path w="353059" h="357504">
                  <a:moveTo>
                    <a:pt x="178587" y="0"/>
                  </a:moveTo>
                  <a:lnTo>
                    <a:pt x="131112" y="6379"/>
                  </a:lnTo>
                  <a:lnTo>
                    <a:pt x="88452" y="24383"/>
                  </a:lnTo>
                  <a:lnTo>
                    <a:pt x="52308" y="52308"/>
                  </a:lnTo>
                  <a:lnTo>
                    <a:pt x="24383" y="88452"/>
                  </a:lnTo>
                  <a:lnTo>
                    <a:pt x="6379" y="131112"/>
                  </a:lnTo>
                  <a:lnTo>
                    <a:pt x="0" y="178587"/>
                  </a:lnTo>
                  <a:lnTo>
                    <a:pt x="6379" y="226072"/>
                  </a:lnTo>
                  <a:lnTo>
                    <a:pt x="24383" y="268740"/>
                  </a:lnTo>
                  <a:lnTo>
                    <a:pt x="52308" y="304888"/>
                  </a:lnTo>
                  <a:lnTo>
                    <a:pt x="88452" y="332816"/>
                  </a:lnTo>
                  <a:lnTo>
                    <a:pt x="131112" y="350820"/>
                  </a:lnTo>
                  <a:lnTo>
                    <a:pt x="178587" y="357200"/>
                  </a:lnTo>
                  <a:lnTo>
                    <a:pt x="189953" y="356768"/>
                  </a:lnTo>
                  <a:lnTo>
                    <a:pt x="191096" y="357200"/>
                  </a:lnTo>
                  <a:lnTo>
                    <a:pt x="297357" y="247332"/>
                  </a:lnTo>
                  <a:lnTo>
                    <a:pt x="297357" y="329107"/>
                  </a:lnTo>
                  <a:lnTo>
                    <a:pt x="352996" y="329107"/>
                  </a:lnTo>
                  <a:lnTo>
                    <a:pt x="352996" y="162725"/>
                  </a:lnTo>
                  <a:lnTo>
                    <a:pt x="297357" y="162725"/>
                  </a:lnTo>
                  <a:lnTo>
                    <a:pt x="186613" y="162725"/>
                  </a:lnTo>
                  <a:lnTo>
                    <a:pt x="186613" y="218363"/>
                  </a:lnTo>
                  <a:lnTo>
                    <a:pt x="246710" y="218363"/>
                  </a:lnTo>
                  <a:lnTo>
                    <a:pt x="173139" y="294817"/>
                  </a:lnTo>
                  <a:lnTo>
                    <a:pt x="129755" y="284236"/>
                  </a:lnTo>
                  <a:lnTo>
                    <a:pt x="94516" y="259057"/>
                  </a:lnTo>
                  <a:lnTo>
                    <a:pt x="70854" y="222701"/>
                  </a:lnTo>
                  <a:lnTo>
                    <a:pt x="62204" y="178587"/>
                  </a:lnTo>
                  <a:lnTo>
                    <a:pt x="71350" y="133286"/>
                  </a:lnTo>
                  <a:lnTo>
                    <a:pt x="96292" y="96292"/>
                  </a:lnTo>
                  <a:lnTo>
                    <a:pt x="133286" y="71350"/>
                  </a:lnTo>
                  <a:lnTo>
                    <a:pt x="178587" y="62204"/>
                  </a:lnTo>
                  <a:lnTo>
                    <a:pt x="211940" y="67056"/>
                  </a:lnTo>
                  <a:lnTo>
                    <a:pt x="241512" y="80671"/>
                  </a:lnTo>
                  <a:lnTo>
                    <a:pt x="265898" y="101643"/>
                  </a:lnTo>
                  <a:lnTo>
                    <a:pt x="283692" y="128562"/>
                  </a:lnTo>
                  <a:lnTo>
                    <a:pt x="350024" y="128562"/>
                  </a:lnTo>
                  <a:lnTo>
                    <a:pt x="331680" y="86667"/>
                  </a:lnTo>
                  <a:lnTo>
                    <a:pt x="303725" y="51218"/>
                  </a:lnTo>
                  <a:lnTo>
                    <a:pt x="267799" y="23860"/>
                  </a:lnTo>
                  <a:lnTo>
                    <a:pt x="225539" y="6239"/>
                  </a:lnTo>
                  <a:lnTo>
                    <a:pt x="178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CC9DA61B-45E2-550F-462A-FD6CDDF25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565" y="2326837"/>
            <a:ext cx="4680582" cy="678657"/>
          </a:xfrm>
        </p:spPr>
        <p:txBody>
          <a:bodyPr lIns="0" tIns="0" rIns="0" bIns="0" anchor="b">
            <a:normAutofit/>
          </a:bodyPr>
          <a:lstStyle>
            <a:lvl1pPr algn="l">
              <a:defRPr sz="2100" b="0" i="0" spc="0" baseline="0">
                <a:solidFill>
                  <a:srgbClr val="EC5F27"/>
                </a:solidFill>
                <a:latin typeface="Manrop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7AF4B4D-87B0-F50C-8B0F-160388F7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7564" y="1939031"/>
            <a:ext cx="4040020" cy="318618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anrope Light" pitchFamily="2" charset="0"/>
              </a:defRPr>
            </a:lvl1pPr>
          </a:lstStyle>
          <a:p>
            <a:fld id="{67C790EF-54B8-C149-91E8-9077B0E46BAD}" type="datetime4">
              <a:rPr lang="en-GB" smtClean="0"/>
              <a:pPr/>
              <a:t>30 June 2026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ED72365-8504-2467-5B71-93255C201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7565" y="3097067"/>
            <a:ext cx="4680581" cy="2180104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400"/>
              </a:lnSpc>
              <a:buNone/>
              <a:tabLst>
                <a:tab pos="1905000" algn="l"/>
              </a:tabLst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81306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295275"/>
          </a:xfrm>
        </p:spPr>
        <p:txBody>
          <a:bodyPr/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5C78E-D8E9-D395-069E-622001D534D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5103" y="769851"/>
            <a:ext cx="8876060" cy="56836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09F488-AFA2-2CA0-4E36-9166636D3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0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3AB035-0463-52DE-7F4A-8FDC071D04A1}"/>
              </a:ext>
            </a:extLst>
          </p:cNvPr>
          <p:cNvSpPr/>
          <p:nvPr userDrawn="1"/>
        </p:nvSpPr>
        <p:spPr>
          <a:xfrm>
            <a:off x="-16048" y="0"/>
            <a:ext cx="12192000" cy="7018439"/>
          </a:xfrm>
          <a:prstGeom prst="rect">
            <a:avLst/>
          </a:prstGeom>
          <a:gradFill>
            <a:gsLst>
              <a:gs pos="53000">
                <a:srgbClr val="470000"/>
              </a:gs>
              <a:gs pos="0">
                <a:srgbClr val="D02929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14446-A42C-E4A1-E708-4EE68792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1620000"/>
            <a:ext cx="11309696" cy="3420000"/>
          </a:xfrm>
        </p:spPr>
        <p:txBody>
          <a:bodyPr anchor="ctr" anchorCtr="0">
            <a:normAutofit/>
          </a:bodyPr>
          <a:lstStyle>
            <a:lvl1pPr algn="ctr">
              <a:defRPr sz="5600" b="0" i="0" spc="-100" baseline="0">
                <a:latin typeface="Manrop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D33B5-2376-041E-5EF5-AD24A1536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370" y="383224"/>
            <a:ext cx="5568950" cy="512388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9FC84B9-C607-F1F7-F8A9-E2E5A2752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4" y="5987774"/>
            <a:ext cx="566524" cy="733576"/>
          </a:xfrm>
          <a:prstGeom prst="rect">
            <a:avLst/>
          </a:prstGeom>
        </p:spPr>
      </p:pic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75502EC-3D51-27B9-BEBD-F222DC58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object 19">
            <a:extLst>
              <a:ext uri="{FF2B5EF4-FFF2-40B4-BE49-F238E27FC236}">
                <a16:creationId xmlns:a16="http://schemas.microsoft.com/office/drawing/2014/main" id="{732BC548-D3B9-1FE4-0B8F-ED0C6EB04C64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37" name="bg object 16">
            <a:extLst>
              <a:ext uri="{FF2B5EF4-FFF2-40B4-BE49-F238E27FC236}">
                <a16:creationId xmlns:a16="http://schemas.microsoft.com/office/drawing/2014/main" id="{3B723E2D-98AA-CCAF-35D1-0FF9DA2EF30F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0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3AB035-0463-52DE-7F4A-8FDC071D04A1}"/>
              </a:ext>
            </a:extLst>
          </p:cNvPr>
          <p:cNvSpPr/>
          <p:nvPr userDrawn="1"/>
        </p:nvSpPr>
        <p:spPr>
          <a:xfrm>
            <a:off x="-60385" y="-69012"/>
            <a:ext cx="12335774" cy="7021903"/>
          </a:xfrm>
          <a:prstGeom prst="rect">
            <a:avLst/>
          </a:prstGeom>
          <a:solidFill>
            <a:srgbClr val="191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B784FEF-5C84-967F-28A8-C8406D60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1620000"/>
            <a:ext cx="11309696" cy="3420000"/>
          </a:xfrm>
        </p:spPr>
        <p:txBody>
          <a:bodyPr anchor="ctr" anchorCtr="0">
            <a:normAutofit/>
          </a:bodyPr>
          <a:lstStyle>
            <a:lvl1pPr algn="ctr">
              <a:defRPr sz="5600" b="0" i="0" spc="-1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  <a:latin typeface="Manrop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9092ECA-55B3-3C25-441C-2161AC90B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370" y="383223"/>
            <a:ext cx="5568950" cy="543703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53CC338-C071-DF9F-31DA-CEA844D6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4F7831CF-455E-9E63-8191-641B4DEA5ED6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3" name="bg object 16">
            <a:extLst>
              <a:ext uri="{FF2B5EF4-FFF2-40B4-BE49-F238E27FC236}">
                <a16:creationId xmlns:a16="http://schemas.microsoft.com/office/drawing/2014/main" id="{74B2FD7D-FB4C-B378-516D-D7B9572E6782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9CCDCDA9-70EC-7C98-EC68-DDD0D6D55D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4" y="5987774"/>
            <a:ext cx="566524" cy="7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36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ection Header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DCE549-6E69-30F8-9680-688B85D337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C5F27"/>
              </a:gs>
              <a:gs pos="59000">
                <a:srgbClr val="470000"/>
              </a:gs>
              <a:gs pos="15000">
                <a:srgbClr val="D02929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07B53-96CC-7BF6-013E-DAD8F48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4959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14D71-8778-647F-45A5-ECF44AF803D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5760" y="1620000"/>
            <a:ext cx="5654040" cy="4351338"/>
          </a:xfrm>
        </p:spPr>
        <p:txBody>
          <a:bodyPr>
            <a:normAutofit/>
          </a:bodyPr>
          <a:lstStyle>
            <a:lvl1pPr marL="0" indent="0">
              <a:lnSpc>
                <a:spcPts val="4800"/>
              </a:lnSpc>
              <a:buNone/>
              <a:defRPr sz="42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ACB5D-21B5-AA0A-24AD-86AAD16F9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20000"/>
            <a:ext cx="5594696" cy="4351338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0" indent="0">
              <a:lnSpc>
                <a:spcPts val="1500"/>
              </a:lnSpc>
              <a:buNone/>
              <a:defRPr sz="1200" b="1" i="0" spc="0" baseline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500"/>
              </a:lnSpc>
              <a:buNone/>
              <a:defRPr sz="1200" b="0" i="0" spc="0" baseline="0">
                <a:solidFill>
                  <a:schemeClr val="bg1"/>
                </a:solidFill>
                <a:latin typeface="Manrope Light" pitchFamily="2" charset="0"/>
              </a:defRPr>
            </a:lvl3pPr>
            <a:lvl4pPr marL="0">
              <a:lnSpc>
                <a:spcPts val="1500"/>
              </a:lnSpc>
              <a:defRPr sz="1200" b="0" i="0" spc="0" baseline="0">
                <a:solidFill>
                  <a:schemeClr val="bg1"/>
                </a:solidFill>
                <a:latin typeface="Manrope Light" pitchFamily="2" charset="0"/>
              </a:defRPr>
            </a:lvl4pPr>
            <a:lvl5pPr marL="0">
              <a:lnSpc>
                <a:spcPts val="1500"/>
              </a:lnSpc>
              <a:defRPr sz="1200" b="0" i="0" spc="0" baseline="0">
                <a:solidFill>
                  <a:schemeClr val="bg1"/>
                </a:solidFill>
                <a:latin typeface="Manrope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F665864-4C19-F7E3-5C46-D6B44F2E3C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6003955"/>
            <a:ext cx="554026" cy="717394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8F20DF2-2D58-4C35-2DC0-A95CFEF14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DF37940C-1B21-B204-A756-298DE60147EB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3" name="bg object 16">
            <a:extLst>
              <a:ext uri="{FF2B5EF4-FFF2-40B4-BE49-F238E27FC236}">
                <a16:creationId xmlns:a16="http://schemas.microsoft.com/office/drawing/2014/main" id="{4134CAFD-1A63-4880-2AA7-D7EABC727D31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850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ection Header - Option 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966F4C-F572-8C40-6643-99C21AB118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6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07B53-96CC-7BF6-013E-DAD8F48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4959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14D71-8778-647F-45A5-ECF44AF803D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5760" y="1620000"/>
            <a:ext cx="5654040" cy="4351338"/>
          </a:xfrm>
        </p:spPr>
        <p:txBody>
          <a:bodyPr>
            <a:normAutofit/>
          </a:bodyPr>
          <a:lstStyle>
            <a:lvl1pPr marL="0" indent="0">
              <a:lnSpc>
                <a:spcPts val="4800"/>
              </a:lnSpc>
              <a:buNone/>
              <a:defRPr sz="4200" b="0" i="0" spc="-1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ACB5D-21B5-AA0A-24AD-86AAD16F9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20000"/>
            <a:ext cx="5594696" cy="4351338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0" indent="0">
              <a:lnSpc>
                <a:spcPts val="1500"/>
              </a:lnSpc>
              <a:buNone/>
              <a:defRPr sz="1200" b="1" i="0" spc="0" baseline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500"/>
              </a:lnSpc>
              <a:buNone/>
              <a:defRPr sz="1200" b="0" i="0" spc="0" baseline="0">
                <a:solidFill>
                  <a:schemeClr val="bg1"/>
                </a:solidFill>
                <a:latin typeface="Manrope Light" pitchFamily="2" charset="0"/>
              </a:defRPr>
            </a:lvl3pPr>
            <a:lvl4pPr marL="0">
              <a:lnSpc>
                <a:spcPts val="1500"/>
              </a:lnSpc>
              <a:defRPr sz="1200" b="0" i="0" spc="0" baseline="0">
                <a:solidFill>
                  <a:schemeClr val="bg1"/>
                </a:solidFill>
                <a:latin typeface="Manrope Light" pitchFamily="2" charset="0"/>
              </a:defRPr>
            </a:lvl4pPr>
            <a:lvl5pPr marL="0">
              <a:lnSpc>
                <a:spcPts val="1500"/>
              </a:lnSpc>
              <a:defRPr sz="1200" b="0" i="0" spc="0" baseline="0">
                <a:solidFill>
                  <a:schemeClr val="bg1"/>
                </a:solidFill>
                <a:latin typeface="Manrope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8F20DF2-2D58-4C35-2DC0-A95CFEF14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DF37940C-1B21-B204-A756-298DE60147EB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3" name="bg object 16">
            <a:extLst>
              <a:ext uri="{FF2B5EF4-FFF2-40B4-BE49-F238E27FC236}">
                <a16:creationId xmlns:a16="http://schemas.microsoft.com/office/drawing/2014/main" id="{4134CAFD-1A63-4880-2AA7-D7EABC727D31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A7F628-2790-5735-26BE-16FE14CC6E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4" y="5987774"/>
            <a:ext cx="566524" cy="7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2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3CDA94-EFAD-9BC8-F7C9-E6D148FC24B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6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0D3AB-5DED-9DB4-B4D5-C117CCDC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4758083" cy="374015"/>
          </a:xfrm>
        </p:spPr>
        <p:txBody>
          <a:bodyPr anchor="t" anchorCtr="0">
            <a:normAutofit/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CFF2-D4D7-C71F-F64D-EF8223144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70" y="3299878"/>
            <a:ext cx="3558686" cy="256990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ln>
                  <a:noFill/>
                </a:ln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17406-C9F4-F997-834B-33D060EE0E9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25104" y="1980000"/>
            <a:ext cx="3558686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92B2E8F-8326-1EFE-4435-4EEE1FFAAE7D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414580" y="1980000"/>
            <a:ext cx="3467002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CC9553F-F34B-93F3-C34F-435A52E79FA2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8294209" y="1980000"/>
            <a:ext cx="3467001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C7923D-1729-625E-6B65-74B58F6841D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20266" y="3299878"/>
            <a:ext cx="3467002" cy="256990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90062B-61E0-624E-B6BD-EF8B69B47DF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299895" y="3299878"/>
            <a:ext cx="3467001" cy="256990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E22E888E-CF2A-F013-BC6E-653AFBB57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38F8743B-C9BA-84FC-DDAA-043FF1753F89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8" name="bg object 16">
            <a:extLst>
              <a:ext uri="{FF2B5EF4-FFF2-40B4-BE49-F238E27FC236}">
                <a16:creationId xmlns:a16="http://schemas.microsoft.com/office/drawing/2014/main" id="{1B33B462-AE8A-3C05-6B2B-C99DBC1B22D6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B1ED053E-66BD-3B4E-7C56-0A56DADAB6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2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3CDA94-EFAD-9BC8-F7C9-E6D148FC24B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6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0D3AB-5DED-9DB4-B4D5-C117CCDC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4758083" cy="374015"/>
          </a:xfrm>
        </p:spPr>
        <p:txBody>
          <a:bodyPr anchor="t" anchorCtr="0">
            <a:normAutofit/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CFF2-D4D7-C71F-F64D-EF8223144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70" y="2921115"/>
            <a:ext cx="3558686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ln>
                  <a:noFill/>
                </a:ln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17406-C9F4-F997-834B-33D060EE0E9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25104" y="1620000"/>
            <a:ext cx="3558686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92B2E8F-8326-1EFE-4435-4EEE1FFAAE7D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414580" y="1620000"/>
            <a:ext cx="3467002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CC9553F-F34B-93F3-C34F-435A52E79FA2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3170" y="3934575"/>
            <a:ext cx="3558686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C7923D-1729-625E-6B65-74B58F6841D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20266" y="2921115"/>
            <a:ext cx="3467002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90062B-61E0-624E-B6BD-EF8B69B47DF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28856" y="5199495"/>
            <a:ext cx="3558686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AB7A09-5674-D83B-8763-B074A2BC80D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12646" y="5199495"/>
            <a:ext cx="3467002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ln>
                  <a:noFill/>
                </a:ln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25EC940-7552-F8C2-B370-0B9E4AC3459F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4414580" y="3934575"/>
            <a:ext cx="3467002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1E05181-CFEC-D2BB-89DF-7DD072EA2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6D63D770-CC3C-4517-B457-45B68C678561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5" name="bg object 16">
            <a:extLst>
              <a:ext uri="{FF2B5EF4-FFF2-40B4-BE49-F238E27FC236}">
                <a16:creationId xmlns:a16="http://schemas.microsoft.com/office/drawing/2014/main" id="{7DF03F39-2BB0-5CAB-FECF-B3644AF4668F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4B0CEE-7787-332E-28D5-6F23F6BA94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3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3CDA94-EFAD-9BC8-F7C9-E6D148FC24B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6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0D3AB-5DED-9DB4-B4D5-C117CCDC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4758083" cy="374015"/>
          </a:xfrm>
        </p:spPr>
        <p:txBody>
          <a:bodyPr anchor="t" anchorCtr="0">
            <a:normAutofit/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CFF2-D4D7-C71F-F64D-EF8223144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70" y="2921115"/>
            <a:ext cx="3558686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ln>
                  <a:noFill/>
                </a:ln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17406-C9F4-F997-834B-33D060EE0E9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25104" y="1620000"/>
            <a:ext cx="3558686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92B2E8F-8326-1EFE-4435-4EEE1FFAAE7D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414580" y="1620000"/>
            <a:ext cx="3467002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CC9553F-F34B-93F3-C34F-435A52E79FA2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8294209" y="1620000"/>
            <a:ext cx="3467001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C7923D-1729-625E-6B65-74B58F6841D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20266" y="2921115"/>
            <a:ext cx="3467002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90062B-61E0-624E-B6BD-EF8B69B47DF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299895" y="2921115"/>
            <a:ext cx="3467001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AB7A09-5674-D83B-8763-B074A2BC80D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23170" y="5199495"/>
            <a:ext cx="3558686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ln>
                  <a:noFill/>
                </a:ln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25EC940-7552-F8C2-B370-0B9E4AC3459F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425104" y="3934575"/>
            <a:ext cx="3558686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7120CE5-5B2E-0472-F0CD-9053EED0F2DE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14580" y="3934575"/>
            <a:ext cx="3467002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6C97074-31A0-502B-0948-1FE128F0F153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420266" y="5199495"/>
            <a:ext cx="3467002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4876D218-E539-D555-5491-00EF01289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object 19">
            <a:extLst>
              <a:ext uri="{FF2B5EF4-FFF2-40B4-BE49-F238E27FC236}">
                <a16:creationId xmlns:a16="http://schemas.microsoft.com/office/drawing/2014/main" id="{3CB13ABF-D8E5-BB8D-1526-485DCFB6FD2F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32" name="bg object 16">
            <a:extLst>
              <a:ext uri="{FF2B5EF4-FFF2-40B4-BE49-F238E27FC236}">
                <a16:creationId xmlns:a16="http://schemas.microsoft.com/office/drawing/2014/main" id="{7CD05528-6BAF-5D6D-2B88-69ED4569533D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625FFB-78C0-97AC-B823-10AA9DE386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025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acts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3CDA94-EFAD-9BC8-F7C9-E6D148FC24B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6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0D3AB-5DED-9DB4-B4D5-C117CCDC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4758083" cy="374015"/>
          </a:xfrm>
        </p:spPr>
        <p:txBody>
          <a:bodyPr anchor="t" anchorCtr="0">
            <a:normAutofit/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CFF2-D4D7-C71F-F64D-EF8223144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70" y="2921115"/>
            <a:ext cx="3558686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ln>
                  <a:noFill/>
                </a:ln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17406-C9F4-F997-834B-33D060EE0E9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25104" y="1620000"/>
            <a:ext cx="3558686" cy="1264920"/>
          </a:xfrm>
        </p:spPr>
        <p:txBody>
          <a:bodyPr>
            <a:noAutofit/>
          </a:bodyPr>
          <a:lstStyle>
            <a:lvl1pPr marL="0" indent="0">
              <a:buNone/>
              <a:defRPr sz="9000" b="0" i="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  <a:latin typeface="Manrop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92B2E8F-8326-1EFE-4435-4EEE1FFAAE7D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414580" y="1620000"/>
            <a:ext cx="3467002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CC9553F-F34B-93F3-C34F-435A52E79FA2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8294209" y="1620000"/>
            <a:ext cx="3467001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C7923D-1729-625E-6B65-74B58F6841D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20266" y="2921115"/>
            <a:ext cx="3467002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90062B-61E0-624E-B6BD-EF8B69B47DF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299895" y="2921115"/>
            <a:ext cx="3467001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AB7A09-5674-D83B-8763-B074A2BC80D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23170" y="5199495"/>
            <a:ext cx="3558686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ln>
                  <a:noFill/>
                </a:ln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/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25EC940-7552-F8C2-B370-0B9E4AC3459F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425104" y="3934575"/>
            <a:ext cx="3558686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7120CE5-5B2E-0472-F0CD-9053EED0F2DE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14580" y="3934575"/>
            <a:ext cx="3467002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169363A-ABEB-0539-F92F-4EC6498319C5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294209" y="3934575"/>
            <a:ext cx="3467001" cy="1264920"/>
          </a:xfrm>
        </p:spPr>
        <p:txBody>
          <a:bodyPr>
            <a:noAutofit/>
          </a:bodyPr>
          <a:lstStyle>
            <a:lvl1pPr marL="0" indent="0">
              <a:buNone/>
              <a:defRPr sz="9000" spc="-5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6C97074-31A0-502B-0948-1FE128F0F153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420266" y="5199495"/>
            <a:ext cx="3467002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5EC8F86-8DB2-B55C-20BA-B8231294B3E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8299895" y="5199495"/>
            <a:ext cx="3467001" cy="77724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1pPr>
            <a:lvl2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2pPr>
            <a:lvl3pPr marL="0" indent="0">
              <a:lnSpc>
                <a:spcPts val="1500"/>
              </a:lnSpc>
              <a:spcBef>
                <a:spcPts val="0"/>
              </a:spcBef>
              <a:buNone/>
              <a:defRPr sz="1200">
                <a:solidFill>
                  <a:srgbClr val="D9CEC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None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D053A703-4CCF-D193-1E0B-746C5976D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object 19">
            <a:extLst>
              <a:ext uri="{FF2B5EF4-FFF2-40B4-BE49-F238E27FC236}">
                <a16:creationId xmlns:a16="http://schemas.microsoft.com/office/drawing/2014/main" id="{6865322B-5AC3-5ACF-5F1C-EC4B84F24514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34" name="bg object 16">
            <a:extLst>
              <a:ext uri="{FF2B5EF4-FFF2-40B4-BE49-F238E27FC236}">
                <a16:creationId xmlns:a16="http://schemas.microsoft.com/office/drawing/2014/main" id="{E64FAD93-0854-6DD3-5DE8-5F59655DBBD5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357E2C9-B416-031F-0327-2D81C6A52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18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965EEB-43D8-68C4-218D-6AC2E2B125F6}"/>
              </a:ext>
            </a:extLst>
          </p:cNvPr>
          <p:cNvSpPr/>
          <p:nvPr userDrawn="1"/>
        </p:nvSpPr>
        <p:spPr>
          <a:xfrm>
            <a:off x="0" y="0"/>
            <a:ext cx="12192000" cy="7018439"/>
          </a:xfrm>
          <a:prstGeom prst="rect">
            <a:avLst/>
          </a:prstGeom>
          <a:gradFill>
            <a:gsLst>
              <a:gs pos="0">
                <a:srgbClr val="EC5F27"/>
              </a:gs>
              <a:gs pos="77000">
                <a:srgbClr val="470000"/>
              </a:gs>
              <a:gs pos="41000">
                <a:srgbClr val="D02929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07B53-96CC-7BF6-013E-DAD8F48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365125"/>
            <a:ext cx="5429084" cy="447491"/>
          </a:xfrm>
        </p:spPr>
        <p:txBody>
          <a:bodyPr>
            <a:normAutofit/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14D71-8778-647F-45A5-ECF44AF80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8620" y="1201715"/>
            <a:ext cx="5429084" cy="1620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4800"/>
              </a:lnSpc>
              <a:buNone/>
              <a:defRPr sz="42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ACB5D-21B5-AA0A-24AD-86AAD16F9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620" y="2978298"/>
            <a:ext cx="5429084" cy="317198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spc="-50" baseline="0">
                <a:solidFill>
                  <a:schemeClr val="bg1"/>
                </a:solidFill>
              </a:defRPr>
            </a:lvl1pPr>
            <a:lvl2pPr marL="0" indent="0">
              <a:lnSpc>
                <a:spcPts val="1500"/>
              </a:lnSpc>
              <a:buNone/>
              <a:defRPr sz="1200" b="1" i="0" spc="-50" baseline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500"/>
              </a:lnSpc>
              <a:buNone/>
              <a:defRPr sz="1200" spc="-50" baseline="0">
                <a:solidFill>
                  <a:schemeClr val="bg1"/>
                </a:solidFill>
              </a:defRPr>
            </a:lvl3pPr>
            <a:lvl4pPr marL="0">
              <a:lnSpc>
                <a:spcPts val="1500"/>
              </a:lnSpc>
              <a:defRPr sz="1200" spc="-50" baseline="0">
                <a:solidFill>
                  <a:schemeClr val="bg1"/>
                </a:solidFill>
              </a:defRPr>
            </a:lvl4pPr>
            <a:lvl5pPr marL="0">
              <a:lnSpc>
                <a:spcPts val="1500"/>
              </a:lnSpc>
              <a:defRPr sz="1200" spc="-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F068D4C-1CA9-2B38-1102-9CE1566D2583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6090999" y="643940"/>
            <a:ext cx="5329765" cy="5329765"/>
          </a:xfrm>
          <a:custGeom>
            <a:avLst/>
            <a:gdLst>
              <a:gd name="connsiteX0" fmla="*/ 2628000 w 5256000"/>
              <a:gd name="connsiteY0" fmla="*/ 0 h 5256000"/>
              <a:gd name="connsiteX1" fmla="*/ 5256000 w 5256000"/>
              <a:gd name="connsiteY1" fmla="*/ 2628000 h 5256000"/>
              <a:gd name="connsiteX2" fmla="*/ 5255932 w 5256000"/>
              <a:gd name="connsiteY2" fmla="*/ 2629346 h 5256000"/>
              <a:gd name="connsiteX3" fmla="*/ 5256000 w 5256000"/>
              <a:gd name="connsiteY3" fmla="*/ 2630691 h 5256000"/>
              <a:gd name="connsiteX4" fmla="*/ 5256000 w 5256000"/>
              <a:gd name="connsiteY4" fmla="*/ 4487020 h 5256000"/>
              <a:gd name="connsiteX5" fmla="*/ 4487020 w 5256000"/>
              <a:gd name="connsiteY5" fmla="*/ 5256000 h 5256000"/>
              <a:gd name="connsiteX6" fmla="*/ 2719245 w 5256000"/>
              <a:gd name="connsiteY6" fmla="*/ 5256000 h 5256000"/>
              <a:gd name="connsiteX7" fmla="*/ 2673623 w 5256000"/>
              <a:gd name="connsiteY7" fmla="*/ 5253697 h 5256000"/>
              <a:gd name="connsiteX8" fmla="*/ 2628000 w 5256000"/>
              <a:gd name="connsiteY8" fmla="*/ 5256000 h 5256000"/>
              <a:gd name="connsiteX9" fmla="*/ 0 w 5256000"/>
              <a:gd name="connsiteY9" fmla="*/ 2628000 h 5256000"/>
              <a:gd name="connsiteX10" fmla="*/ 2628000 w 5256000"/>
              <a:gd name="connsiteY10" fmla="*/ 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56000" h="5256000">
                <a:moveTo>
                  <a:pt x="2628000" y="0"/>
                </a:moveTo>
                <a:cubicBezTo>
                  <a:pt x="4079404" y="0"/>
                  <a:pt x="5256000" y="1176596"/>
                  <a:pt x="5256000" y="2628000"/>
                </a:cubicBezTo>
                <a:lnTo>
                  <a:pt x="5255932" y="2629346"/>
                </a:lnTo>
                <a:lnTo>
                  <a:pt x="5256000" y="2630691"/>
                </a:lnTo>
                <a:lnTo>
                  <a:pt x="5256000" y="4487020"/>
                </a:lnTo>
                <a:cubicBezTo>
                  <a:pt x="5256000" y="4911716"/>
                  <a:pt x="4911716" y="5256000"/>
                  <a:pt x="4487020" y="5256000"/>
                </a:cubicBezTo>
                <a:lnTo>
                  <a:pt x="2719245" y="5256000"/>
                </a:lnTo>
                <a:lnTo>
                  <a:pt x="2673623" y="5253697"/>
                </a:lnTo>
                <a:lnTo>
                  <a:pt x="2628000" y="5256000"/>
                </a:lnTo>
                <a:cubicBezTo>
                  <a:pt x="1176596" y="5256000"/>
                  <a:pt x="0" y="4079404"/>
                  <a:pt x="0" y="2628000"/>
                </a:cubicBezTo>
                <a:cubicBezTo>
                  <a:pt x="0" y="1176596"/>
                  <a:pt x="1176596" y="0"/>
                  <a:pt x="2628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E4F5489-9586-D4C5-CD9E-6E232EB07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787693D3-BED0-ABBC-589C-468D13EF2EFA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7" name="bg object 16">
            <a:extLst>
              <a:ext uri="{FF2B5EF4-FFF2-40B4-BE49-F238E27FC236}">
                <a16:creationId xmlns:a16="http://schemas.microsoft.com/office/drawing/2014/main" id="{A633279C-F9E3-17D5-D550-542823A20B89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F230CD-E419-8333-048B-82A5B49B3C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4" y="5987774"/>
            <a:ext cx="566524" cy="7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17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7B53-96CC-7BF6-013E-DAD8F48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64" y="365125"/>
            <a:ext cx="11053098" cy="320637"/>
          </a:xfrm>
        </p:spPr>
        <p:txBody>
          <a:bodyPr/>
          <a:lstStyle>
            <a:lvl1pPr>
              <a:defRPr>
                <a:solidFill>
                  <a:srgbClr val="EC5F2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039E-E51D-E019-01F3-FBC8DB55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70000"/>
                </a:solidFill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C9D4C71A-7A4D-8E42-8390-D6A0392781E5}"/>
              </a:ext>
            </a:extLst>
          </p:cNvPr>
          <p:cNvSpPr txBox="1">
            <a:spLocks/>
          </p:cNvSpPr>
          <p:nvPr userDrawn="1"/>
        </p:nvSpPr>
        <p:spPr>
          <a:xfrm>
            <a:off x="3175398" y="6356349"/>
            <a:ext cx="3461622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spc="-10">
                <a:solidFill>
                  <a:schemeClr val="bg1"/>
                </a:solidFill>
                <a:latin typeface="Manrope" pitchFamily="2" charset="77"/>
              </a:rPr>
              <a:t>Confidential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15E77343-043D-1718-2BBE-2AE3886D1A42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425104" y="847586"/>
            <a:ext cx="5256000" cy="5256000"/>
          </a:xfrm>
          <a:custGeom>
            <a:avLst/>
            <a:gdLst>
              <a:gd name="connsiteX0" fmla="*/ 2628000 w 5256000"/>
              <a:gd name="connsiteY0" fmla="*/ 0 h 5256000"/>
              <a:gd name="connsiteX1" fmla="*/ 5256000 w 5256000"/>
              <a:gd name="connsiteY1" fmla="*/ 2628000 h 5256000"/>
              <a:gd name="connsiteX2" fmla="*/ 5255932 w 5256000"/>
              <a:gd name="connsiteY2" fmla="*/ 2629346 h 5256000"/>
              <a:gd name="connsiteX3" fmla="*/ 5256000 w 5256000"/>
              <a:gd name="connsiteY3" fmla="*/ 2630691 h 5256000"/>
              <a:gd name="connsiteX4" fmla="*/ 5256000 w 5256000"/>
              <a:gd name="connsiteY4" fmla="*/ 4487020 h 5256000"/>
              <a:gd name="connsiteX5" fmla="*/ 4487020 w 5256000"/>
              <a:gd name="connsiteY5" fmla="*/ 5256000 h 5256000"/>
              <a:gd name="connsiteX6" fmla="*/ 2719245 w 5256000"/>
              <a:gd name="connsiteY6" fmla="*/ 5256000 h 5256000"/>
              <a:gd name="connsiteX7" fmla="*/ 2673623 w 5256000"/>
              <a:gd name="connsiteY7" fmla="*/ 5253697 h 5256000"/>
              <a:gd name="connsiteX8" fmla="*/ 2628000 w 5256000"/>
              <a:gd name="connsiteY8" fmla="*/ 5256000 h 5256000"/>
              <a:gd name="connsiteX9" fmla="*/ 0 w 5256000"/>
              <a:gd name="connsiteY9" fmla="*/ 2628000 h 5256000"/>
              <a:gd name="connsiteX10" fmla="*/ 2628000 w 5256000"/>
              <a:gd name="connsiteY10" fmla="*/ 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56000" h="5256000">
                <a:moveTo>
                  <a:pt x="2628000" y="0"/>
                </a:moveTo>
                <a:cubicBezTo>
                  <a:pt x="4079404" y="0"/>
                  <a:pt x="5256000" y="1176596"/>
                  <a:pt x="5256000" y="2628000"/>
                </a:cubicBezTo>
                <a:lnTo>
                  <a:pt x="5255932" y="2629346"/>
                </a:lnTo>
                <a:lnTo>
                  <a:pt x="5256000" y="2630691"/>
                </a:lnTo>
                <a:lnTo>
                  <a:pt x="5256000" y="4487020"/>
                </a:lnTo>
                <a:cubicBezTo>
                  <a:pt x="5256000" y="4911716"/>
                  <a:pt x="4911716" y="5256000"/>
                  <a:pt x="4487020" y="5256000"/>
                </a:cubicBezTo>
                <a:lnTo>
                  <a:pt x="2719245" y="5256000"/>
                </a:lnTo>
                <a:lnTo>
                  <a:pt x="2673623" y="5253697"/>
                </a:lnTo>
                <a:lnTo>
                  <a:pt x="2628000" y="5256000"/>
                </a:lnTo>
                <a:cubicBezTo>
                  <a:pt x="1176596" y="5256000"/>
                  <a:pt x="0" y="4079404"/>
                  <a:pt x="0" y="2628000"/>
                </a:cubicBezTo>
                <a:cubicBezTo>
                  <a:pt x="0" y="1176596"/>
                  <a:pt x="1176596" y="0"/>
                  <a:pt x="2628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B49011-C3E0-0149-48C8-2F2B7530F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6962" y="1201716"/>
            <a:ext cx="5256000" cy="1620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4400"/>
              </a:lnSpc>
              <a:buNone/>
              <a:defRPr sz="3800" b="0" i="0" spc="-1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493F86-FA1D-5486-152F-9AB2632A2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6962" y="2978298"/>
            <a:ext cx="5256000" cy="3125288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 spc="0" baseline="0">
                <a:solidFill>
                  <a:srgbClr val="470000"/>
                </a:solidFill>
              </a:defRPr>
            </a:lvl1pPr>
            <a:lvl2pPr marL="0" indent="0">
              <a:lnSpc>
                <a:spcPts val="1600"/>
              </a:lnSpc>
              <a:buNone/>
              <a:defRPr sz="1200" b="1" i="0" spc="0" baseline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 spc="0" baseline="0">
                <a:solidFill>
                  <a:srgbClr val="470000"/>
                </a:solidFill>
              </a:defRPr>
            </a:lvl3pPr>
            <a:lvl4pPr marL="0">
              <a:lnSpc>
                <a:spcPts val="1600"/>
              </a:lnSpc>
              <a:defRPr sz="1200" spc="0" baseline="0">
                <a:solidFill>
                  <a:srgbClr val="470000"/>
                </a:solidFill>
              </a:defRPr>
            </a:lvl4pPr>
            <a:lvl5pPr marL="0">
              <a:lnSpc>
                <a:spcPts val="1600"/>
              </a:lnSpc>
              <a:defRPr sz="1200" spc="0" baseline="0">
                <a:solidFill>
                  <a:srgbClr val="47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9074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7B53-96CC-7BF6-013E-DAD8F48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63" y="365126"/>
            <a:ext cx="11410101" cy="389288"/>
          </a:xfrm>
        </p:spPr>
        <p:txBody>
          <a:bodyPr/>
          <a:lstStyle>
            <a:lvl1pPr>
              <a:defRPr>
                <a:solidFill>
                  <a:srgbClr val="EC5F2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039E-E51D-E019-01F3-FBC8DB55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70000"/>
                </a:solidFill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C9D4C71A-7A4D-8E42-8390-D6A0392781E5}"/>
              </a:ext>
            </a:extLst>
          </p:cNvPr>
          <p:cNvSpPr txBox="1">
            <a:spLocks/>
          </p:cNvSpPr>
          <p:nvPr userDrawn="1"/>
        </p:nvSpPr>
        <p:spPr>
          <a:xfrm>
            <a:off x="3175398" y="6356349"/>
            <a:ext cx="3461622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spc="-10">
                <a:solidFill>
                  <a:schemeClr val="bg1"/>
                </a:solidFill>
                <a:latin typeface="Manrope" pitchFamily="2" charset="77"/>
              </a:rPr>
              <a:t>Confidential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15E77343-043D-1718-2BBE-2AE3886D1A42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6510896" y="847586"/>
            <a:ext cx="5256000" cy="5256000"/>
          </a:xfrm>
          <a:custGeom>
            <a:avLst/>
            <a:gdLst>
              <a:gd name="connsiteX0" fmla="*/ 2628000 w 5256000"/>
              <a:gd name="connsiteY0" fmla="*/ 0 h 5256000"/>
              <a:gd name="connsiteX1" fmla="*/ 5256000 w 5256000"/>
              <a:gd name="connsiteY1" fmla="*/ 2628000 h 5256000"/>
              <a:gd name="connsiteX2" fmla="*/ 5255932 w 5256000"/>
              <a:gd name="connsiteY2" fmla="*/ 2629346 h 5256000"/>
              <a:gd name="connsiteX3" fmla="*/ 5256000 w 5256000"/>
              <a:gd name="connsiteY3" fmla="*/ 2630691 h 5256000"/>
              <a:gd name="connsiteX4" fmla="*/ 5256000 w 5256000"/>
              <a:gd name="connsiteY4" fmla="*/ 4487020 h 5256000"/>
              <a:gd name="connsiteX5" fmla="*/ 4487020 w 5256000"/>
              <a:gd name="connsiteY5" fmla="*/ 5256000 h 5256000"/>
              <a:gd name="connsiteX6" fmla="*/ 2719245 w 5256000"/>
              <a:gd name="connsiteY6" fmla="*/ 5256000 h 5256000"/>
              <a:gd name="connsiteX7" fmla="*/ 2673623 w 5256000"/>
              <a:gd name="connsiteY7" fmla="*/ 5253697 h 5256000"/>
              <a:gd name="connsiteX8" fmla="*/ 2628000 w 5256000"/>
              <a:gd name="connsiteY8" fmla="*/ 5256000 h 5256000"/>
              <a:gd name="connsiteX9" fmla="*/ 0 w 5256000"/>
              <a:gd name="connsiteY9" fmla="*/ 2628000 h 5256000"/>
              <a:gd name="connsiteX10" fmla="*/ 2628000 w 5256000"/>
              <a:gd name="connsiteY10" fmla="*/ 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56000" h="5256000">
                <a:moveTo>
                  <a:pt x="2628000" y="0"/>
                </a:moveTo>
                <a:cubicBezTo>
                  <a:pt x="4079404" y="0"/>
                  <a:pt x="5256000" y="1176596"/>
                  <a:pt x="5256000" y="2628000"/>
                </a:cubicBezTo>
                <a:lnTo>
                  <a:pt x="5255932" y="2629346"/>
                </a:lnTo>
                <a:lnTo>
                  <a:pt x="5256000" y="2630691"/>
                </a:lnTo>
                <a:lnTo>
                  <a:pt x="5256000" y="4487020"/>
                </a:lnTo>
                <a:cubicBezTo>
                  <a:pt x="5256000" y="4911716"/>
                  <a:pt x="4911716" y="5256000"/>
                  <a:pt x="4487020" y="5256000"/>
                </a:cubicBezTo>
                <a:lnTo>
                  <a:pt x="2719245" y="5256000"/>
                </a:lnTo>
                <a:lnTo>
                  <a:pt x="2673623" y="5253697"/>
                </a:lnTo>
                <a:lnTo>
                  <a:pt x="2628000" y="5256000"/>
                </a:lnTo>
                <a:cubicBezTo>
                  <a:pt x="1176596" y="5256000"/>
                  <a:pt x="0" y="4079404"/>
                  <a:pt x="0" y="2628000"/>
                </a:cubicBezTo>
                <a:cubicBezTo>
                  <a:pt x="0" y="1176596"/>
                  <a:pt x="1176596" y="0"/>
                  <a:pt x="2628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A2E8953-2CA7-56AC-FDDF-23FA6BB69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5105" y="1201716"/>
            <a:ext cx="5256000" cy="1620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4400"/>
              </a:lnSpc>
              <a:buNone/>
              <a:defRPr sz="3800" b="0" i="0" spc="-1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0ECA931-0E95-233F-9CBF-99097ABF6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105" y="2978298"/>
            <a:ext cx="5256000" cy="3125288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 spc="0" baseline="0">
                <a:solidFill>
                  <a:srgbClr val="470000"/>
                </a:solidFill>
              </a:defRPr>
            </a:lvl1pPr>
            <a:lvl2pPr marL="0" indent="0">
              <a:lnSpc>
                <a:spcPts val="1600"/>
              </a:lnSpc>
              <a:buNone/>
              <a:defRPr sz="1200" b="1" i="0" spc="0" baseline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 spc="0" baseline="0">
                <a:solidFill>
                  <a:srgbClr val="470000"/>
                </a:solidFill>
              </a:defRPr>
            </a:lvl3pPr>
            <a:lvl4pPr marL="0">
              <a:lnSpc>
                <a:spcPts val="1600"/>
              </a:lnSpc>
              <a:defRPr sz="1200" spc="0" baseline="0">
                <a:solidFill>
                  <a:srgbClr val="470000"/>
                </a:solidFill>
              </a:defRPr>
            </a:lvl4pPr>
            <a:lvl5pPr marL="0">
              <a:lnSpc>
                <a:spcPts val="1600"/>
              </a:lnSpc>
              <a:defRPr sz="1200" spc="0" baseline="0">
                <a:solidFill>
                  <a:srgbClr val="47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7252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7B53-96CC-7BF6-013E-DAD8F48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64" y="365125"/>
            <a:ext cx="11053098" cy="320637"/>
          </a:xfrm>
        </p:spPr>
        <p:txBody>
          <a:bodyPr/>
          <a:lstStyle>
            <a:lvl1pPr>
              <a:defRPr>
                <a:solidFill>
                  <a:srgbClr val="EC5F2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039E-E51D-E019-01F3-FBC8DB55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70000"/>
                </a:solidFill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C9D4C71A-7A4D-8E42-8390-D6A0392781E5}"/>
              </a:ext>
            </a:extLst>
          </p:cNvPr>
          <p:cNvSpPr txBox="1">
            <a:spLocks/>
          </p:cNvSpPr>
          <p:nvPr userDrawn="1"/>
        </p:nvSpPr>
        <p:spPr>
          <a:xfrm>
            <a:off x="3175398" y="6356349"/>
            <a:ext cx="3461622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spc="-10">
                <a:solidFill>
                  <a:schemeClr val="bg1"/>
                </a:solidFill>
                <a:latin typeface="Manrope" pitchFamily="2" charset="77"/>
              </a:rPr>
              <a:t>Confidential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15E77343-043D-1718-2BBE-2AE3886D1A42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425104" y="1201716"/>
            <a:ext cx="5256000" cy="4706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1EBBB-397A-FB01-2E4B-31FF0A94B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6962" y="1201716"/>
            <a:ext cx="5256000" cy="1620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4400"/>
              </a:lnSpc>
              <a:buNone/>
              <a:defRPr sz="3800" b="0" i="0" spc="-1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E0303FC-9746-093C-A35C-4304281E5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6962" y="2978298"/>
            <a:ext cx="5256000" cy="3125288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 spc="0" baseline="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buNone/>
              <a:defRPr sz="1200" b="1" i="0" spc="0" baseline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</a:defRPr>
            </a:lvl3pPr>
            <a:lvl4pPr marL="0">
              <a:lnSpc>
                <a:spcPts val="1600"/>
              </a:lnSpc>
              <a:defRPr sz="1200" spc="0" baseline="0">
                <a:solidFill>
                  <a:schemeClr val="tx1"/>
                </a:solidFill>
              </a:defRPr>
            </a:lvl4pPr>
            <a:lvl5pPr marL="0">
              <a:lnSpc>
                <a:spcPts val="1600"/>
              </a:lnSpc>
              <a:defRPr sz="1200" spc="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2967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7B53-96CC-7BF6-013E-DAD8F48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63" y="365126"/>
            <a:ext cx="11410101" cy="389288"/>
          </a:xfrm>
        </p:spPr>
        <p:txBody>
          <a:bodyPr/>
          <a:lstStyle>
            <a:lvl1pPr>
              <a:defRPr>
                <a:solidFill>
                  <a:srgbClr val="EC5F2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039E-E51D-E019-01F3-FBC8DB55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70000"/>
                </a:solidFill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C9D4C71A-7A4D-8E42-8390-D6A0392781E5}"/>
              </a:ext>
            </a:extLst>
          </p:cNvPr>
          <p:cNvSpPr txBox="1">
            <a:spLocks/>
          </p:cNvSpPr>
          <p:nvPr userDrawn="1"/>
        </p:nvSpPr>
        <p:spPr>
          <a:xfrm>
            <a:off x="3175398" y="6356349"/>
            <a:ext cx="3461622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spc="-10">
                <a:solidFill>
                  <a:schemeClr val="bg1"/>
                </a:solidFill>
                <a:latin typeface="Manrope" pitchFamily="2" charset="77"/>
              </a:rPr>
              <a:t>Confidential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15E77343-043D-1718-2BBE-2AE3886D1A42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6510896" y="1201716"/>
            <a:ext cx="5256000" cy="4901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A4458E0-BBC1-2E9D-AC2F-446E5764A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5105" y="1201716"/>
            <a:ext cx="5256000" cy="1620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4400"/>
              </a:lnSpc>
              <a:buNone/>
              <a:defRPr sz="3800" b="0" i="0" spc="-1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8A105BC-10F3-24E4-8615-3197E378B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105" y="2978298"/>
            <a:ext cx="5256000" cy="294542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 spc="0" baseline="0">
                <a:solidFill>
                  <a:srgbClr val="470000"/>
                </a:solidFill>
              </a:defRPr>
            </a:lvl1pPr>
            <a:lvl2pPr marL="0" indent="0">
              <a:lnSpc>
                <a:spcPts val="1600"/>
              </a:lnSpc>
              <a:buNone/>
              <a:defRPr sz="1200" b="1" i="0" spc="0" baseline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 spc="0" baseline="0">
                <a:solidFill>
                  <a:srgbClr val="470000"/>
                </a:solidFill>
              </a:defRPr>
            </a:lvl3pPr>
            <a:lvl4pPr marL="0">
              <a:lnSpc>
                <a:spcPts val="1600"/>
              </a:lnSpc>
              <a:defRPr sz="1200" spc="0" baseline="0">
                <a:solidFill>
                  <a:srgbClr val="470000"/>
                </a:solidFill>
              </a:defRPr>
            </a:lvl4pPr>
            <a:lvl5pPr marL="0">
              <a:lnSpc>
                <a:spcPts val="1600"/>
              </a:lnSpc>
              <a:defRPr sz="1200" spc="0" baseline="0">
                <a:solidFill>
                  <a:srgbClr val="47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7595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1064-6D47-BC78-77EA-5D7DDF246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04" y="1620000"/>
            <a:ext cx="2561936" cy="17843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7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2716179"/>
            <a:ext cx="2563200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 baseline="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 baseline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 baseline="0"/>
            </a:lvl3pPr>
            <a:lvl4pPr marL="0">
              <a:lnSpc>
                <a:spcPts val="1600"/>
              </a:lnSpc>
              <a:spcBef>
                <a:spcPts val="0"/>
              </a:spcBef>
              <a:defRPr sz="1200" baseline="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0944AE-BF2A-B441-29CE-4A8B1FA657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5104" y="1847499"/>
            <a:ext cx="2561936" cy="673735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30BDB1A-D45D-94C3-A0B4-4C2E467F494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348910" y="1620000"/>
            <a:ext cx="2561936" cy="17843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7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819754-D5B3-3BD1-91F0-B72E889818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348910" y="2716179"/>
            <a:ext cx="2561936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59EF8D8-FC6C-42FE-6C28-423D83E462F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55882" y="1847499"/>
            <a:ext cx="2561936" cy="673735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2410F38-2980-354E-53C0-E4D727C1D24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63569" y="1620000"/>
            <a:ext cx="2561936" cy="17843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7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24D0FF8-A37C-A3F8-8B3D-40ACA9724D6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63569" y="2716179"/>
            <a:ext cx="2561936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DF698BE-29A1-EED0-92AC-7C17D9D0DB9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63569" y="1847499"/>
            <a:ext cx="2561936" cy="673735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BC77162-77A1-1A8C-AB40-8A012AA38543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04960" y="1620000"/>
            <a:ext cx="2561936" cy="17843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7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98D966-F222-6F34-381A-9F223D76CFD3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204960" y="2716179"/>
            <a:ext cx="2561936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9843435-099D-00F3-9CBF-F89E1D67F60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9204960" y="1847499"/>
            <a:ext cx="2561936" cy="673735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C1F6EB-D6E9-68B7-BFAD-A1D38139206F}"/>
              </a:ext>
            </a:extLst>
          </p:cNvPr>
          <p:cNvCxnSpPr/>
          <p:nvPr userDrawn="1"/>
        </p:nvCxnSpPr>
        <p:spPr>
          <a:xfrm>
            <a:off x="3164732" y="1618899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C16546-A6F0-8EB9-A653-C50CBDD81A2F}"/>
              </a:ext>
            </a:extLst>
          </p:cNvPr>
          <p:cNvCxnSpPr/>
          <p:nvPr userDrawn="1"/>
        </p:nvCxnSpPr>
        <p:spPr>
          <a:xfrm>
            <a:off x="6076544" y="1618899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887321-CA8A-B938-FAD9-EBACF757D859}"/>
              </a:ext>
            </a:extLst>
          </p:cNvPr>
          <p:cNvCxnSpPr/>
          <p:nvPr userDrawn="1"/>
        </p:nvCxnSpPr>
        <p:spPr>
          <a:xfrm>
            <a:off x="9020782" y="1618899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55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1064-6D47-BC78-77EA-5D7DDF246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02" y="1620000"/>
            <a:ext cx="3433535" cy="17843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7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0944AE-BF2A-B441-29CE-4A8B1FA657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5102" y="1856551"/>
            <a:ext cx="3433535" cy="673735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30BDB1A-D45D-94C3-A0B4-4C2E467F494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79233" y="1620000"/>
            <a:ext cx="3433534" cy="17843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7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59EF8D8-FC6C-42FE-6C28-423D83E462F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79233" y="1856551"/>
            <a:ext cx="3433534" cy="673735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2410F38-2980-354E-53C0-E4D727C1D24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333363" y="1620000"/>
            <a:ext cx="3433533" cy="17843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7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DF698BE-29A1-EED0-92AC-7C17D9D0DB9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333363" y="1857926"/>
            <a:ext cx="3433533" cy="673735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6FA535-5355-6C4B-C6F8-81A90A64A324}"/>
              </a:ext>
            </a:extLst>
          </p:cNvPr>
          <p:cNvCxnSpPr/>
          <p:nvPr userDrawn="1"/>
        </p:nvCxnSpPr>
        <p:spPr>
          <a:xfrm>
            <a:off x="4124528" y="162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23F3B1-4CA7-4E75-4318-72F1AF068F4A}"/>
              </a:ext>
            </a:extLst>
          </p:cNvPr>
          <p:cNvCxnSpPr/>
          <p:nvPr userDrawn="1"/>
        </p:nvCxnSpPr>
        <p:spPr>
          <a:xfrm>
            <a:off x="8067472" y="162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9BF1B9-12B1-27BC-479D-368F71AA76A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2725231"/>
            <a:ext cx="3435228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50B91B9-4BF8-25F9-51FD-05355B0A30B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379233" y="2725231"/>
            <a:ext cx="3433534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C9A7F7-8DEC-27DB-E669-FF51AE0945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322176" y="2725231"/>
            <a:ext cx="3433534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45899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1064-6D47-BC78-77EA-5D7DDF246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02" y="1620000"/>
            <a:ext cx="5442296" cy="17843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7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0944AE-BF2A-B441-29CE-4A8B1FA657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5102" y="1839548"/>
            <a:ext cx="5442296" cy="673735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30BDB1A-D45D-94C3-A0B4-4C2E467F494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4604" y="1620000"/>
            <a:ext cx="5442292" cy="17843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7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59EF8D8-FC6C-42FE-6C28-423D83E462F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324604" y="1839548"/>
            <a:ext cx="5442292" cy="673735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A69D8D-3DC8-8ECE-A3C3-D4108ED02079}"/>
              </a:ext>
            </a:extLst>
          </p:cNvPr>
          <p:cNvCxnSpPr/>
          <p:nvPr userDrawn="1"/>
        </p:nvCxnSpPr>
        <p:spPr>
          <a:xfrm>
            <a:off x="6096000" y="162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D0A460-B89A-F85B-0D86-2A2C9B6052D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2708228"/>
            <a:ext cx="5444968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2B4C817-0665-C247-F66F-886E20E56F5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321929" y="2708228"/>
            <a:ext cx="5442283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865051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3352136" cy="4464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98D966-F222-6F34-381A-9F223D76CFD3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007005" y="365125"/>
            <a:ext cx="7759891" cy="5768046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91216B7-FEE8-EE3D-8BF8-51A4C6C283F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2538345"/>
            <a:ext cx="3352136" cy="3594826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036D07-7CF4-4E70-6F99-237DFE4B51A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5103" y="914400"/>
            <a:ext cx="3352137" cy="13680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55948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1620000"/>
            <a:ext cx="3209636" cy="4073207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D9ADC8-AF90-DCC0-CC82-EBB12018198A}"/>
              </a:ext>
            </a:extLst>
          </p:cNvPr>
          <p:cNvSpPr/>
          <p:nvPr userDrawn="1"/>
        </p:nvSpPr>
        <p:spPr>
          <a:xfrm>
            <a:off x="4093628" y="1620000"/>
            <a:ext cx="7673268" cy="4497387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4A90B-2F90-B557-F671-F3FCBFB00F2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06240" y="1710858"/>
            <a:ext cx="7429500" cy="426720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5737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1620000"/>
            <a:ext cx="3209636" cy="4073207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D9ADC8-AF90-DCC0-CC82-EBB12018198A}"/>
              </a:ext>
            </a:extLst>
          </p:cNvPr>
          <p:cNvSpPr/>
          <p:nvPr userDrawn="1"/>
        </p:nvSpPr>
        <p:spPr>
          <a:xfrm>
            <a:off x="4093628" y="1620000"/>
            <a:ext cx="7673268" cy="4497387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3F6E5-CBE7-EE78-B51A-713944D66A7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557715" y="2153779"/>
            <a:ext cx="1958965" cy="117835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985E3E-3F4F-67FF-D0A3-B00C7D68AC86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930867" y="2153779"/>
            <a:ext cx="1958965" cy="117835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0501D7-A5DF-7391-AEF0-21469DD0761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9304018" y="2153779"/>
            <a:ext cx="1958965" cy="117835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0D6984-EEBE-2DB2-A0E5-B893E7DF3209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557715" y="3801106"/>
            <a:ext cx="1958965" cy="117835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BC7E0C1-F05F-FEC5-A4A8-70532DC28731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930867" y="3801106"/>
            <a:ext cx="1958965" cy="117835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D39F29-D302-C38E-4AD1-D035F98C502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9304018" y="3801106"/>
            <a:ext cx="1958965" cy="117835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28606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4 logos w/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1620000"/>
            <a:ext cx="3209636" cy="4073207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D9ADC8-AF90-DCC0-CC82-EBB12018198A}"/>
              </a:ext>
            </a:extLst>
          </p:cNvPr>
          <p:cNvSpPr/>
          <p:nvPr userDrawn="1"/>
        </p:nvSpPr>
        <p:spPr>
          <a:xfrm>
            <a:off x="4093628" y="2153400"/>
            <a:ext cx="7673268" cy="3142500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3F6E5-CBE7-EE78-B51A-713944D66A7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643440" y="2406574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985E3E-3F4F-67FF-D0A3-B00C7D68AC86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365502" y="2406574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0501D7-A5DF-7391-AEF0-21469DD0761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111012" y="2406574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0D6984-EEBE-2DB2-A0E5-B893E7DF3209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9809630" y="2406574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BC7E0C1-F05F-FEC5-A4A8-70532DC28731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643440" y="3746720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D39F29-D302-C38E-4AD1-D035F98C502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6365502" y="3746720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317933E-993B-10A4-0F50-BB2C5C5F39AC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111012" y="3746720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7F1FA17-48C0-704E-5ECE-B4DCC389E24F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809630" y="3746720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72216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12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1620000"/>
            <a:ext cx="3209636" cy="4073207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D9ADC8-AF90-DCC0-CC82-EBB12018198A}"/>
              </a:ext>
            </a:extLst>
          </p:cNvPr>
          <p:cNvSpPr/>
          <p:nvPr userDrawn="1"/>
        </p:nvSpPr>
        <p:spPr>
          <a:xfrm>
            <a:off x="4093628" y="1620000"/>
            <a:ext cx="7673268" cy="4497387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3F6E5-CBE7-EE78-B51A-713944D66A7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643440" y="1873174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985E3E-3F4F-67FF-D0A3-B00C7D68AC86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365502" y="1873174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0501D7-A5DF-7391-AEF0-21469DD0761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111012" y="1873174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0D6984-EEBE-2DB2-A0E5-B893E7DF3209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9809630" y="1873174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BC7E0C1-F05F-FEC5-A4A8-70532DC28731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643440" y="3213320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D39F29-D302-C38E-4AD1-D035F98C502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6365502" y="3213320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317933E-993B-10A4-0F50-BB2C5C5F39AC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111012" y="3213320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7F1FA17-48C0-704E-5ECE-B4DCC389E24F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809630" y="3213320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40A6EE4-F547-08A8-B2CF-FFF222E8B032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643440" y="4624595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07511CB-D3DA-1257-C17E-8A04E6D8EBFA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365502" y="4624595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9FCEA6B-142D-990B-BAED-EB6735B6E92F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8111012" y="4624595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22BA7D5-C4D2-1B1C-F967-D1C7210529F1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9809630" y="4624595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71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1620000"/>
            <a:ext cx="3209636" cy="4073207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D9ADC8-AF90-DCC0-CC82-EBB12018198A}"/>
              </a:ext>
            </a:extLst>
          </p:cNvPr>
          <p:cNvSpPr/>
          <p:nvPr userDrawn="1"/>
        </p:nvSpPr>
        <p:spPr>
          <a:xfrm>
            <a:off x="4093628" y="1620000"/>
            <a:ext cx="7673268" cy="4497387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3F6E5-CBE7-EE78-B51A-713944D66A7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643440" y="186522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985E3E-3F4F-67FF-D0A3-B00C7D68AC86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365502" y="186522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0501D7-A5DF-7391-AEF0-21469DD0761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111012" y="186522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0D6984-EEBE-2DB2-A0E5-B893E7DF3209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9809630" y="186522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BC7E0C1-F05F-FEC5-A4A8-70532DC28731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643440" y="293202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D39F29-D302-C38E-4AD1-D035F98C502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6365502" y="293202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317933E-993B-10A4-0F50-BB2C5C5F39AC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111012" y="293202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7F1FA17-48C0-704E-5ECE-B4DCC389E24F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809630" y="293202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40A6EE4-F547-08A8-B2CF-FFF222E8B032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643440" y="3992135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07511CB-D3DA-1257-C17E-8A04E6D8EBFA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365502" y="3992135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9FCEA6B-142D-990B-BAED-EB6735B6E92F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8111012" y="3992135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22BA7D5-C4D2-1B1C-F967-D1C7210529F1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9809630" y="3992135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4541461-82B9-88C7-B7D3-57F4D75C0849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4643439" y="504528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7A9A220-0AD0-7CFD-CA42-B0BB797E8147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6365502" y="504528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182BA07-4E68-966F-B5DA-15FB94896609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8111012" y="504528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D10676C-431A-E6F3-1D0A-CFE8BB980994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9809630" y="5045283"/>
            <a:ext cx="1406059" cy="84576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49808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D9ADC8-AF90-DCC0-CC82-EBB12018198A}"/>
              </a:ext>
            </a:extLst>
          </p:cNvPr>
          <p:cNvSpPr/>
          <p:nvPr userDrawn="1"/>
        </p:nvSpPr>
        <p:spPr>
          <a:xfrm>
            <a:off x="425104" y="1690688"/>
            <a:ext cx="11341792" cy="416942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44D28-21D2-BA12-EE3F-75AA5A8C4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512" y="1836737"/>
            <a:ext cx="10974888" cy="388025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6676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854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44D28-21D2-BA12-EE3F-75AA5A8C4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04" y="1620000"/>
            <a:ext cx="11341792" cy="409493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5204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ED883D-FEB8-C480-81A8-62865AB19F09}"/>
              </a:ext>
            </a:extLst>
          </p:cNvPr>
          <p:cNvSpPr/>
          <p:nvPr userDrawn="1"/>
        </p:nvSpPr>
        <p:spPr>
          <a:xfrm>
            <a:off x="-107290" y="-170078"/>
            <a:ext cx="12406579" cy="7198156"/>
          </a:xfrm>
          <a:prstGeom prst="rect">
            <a:avLst/>
          </a:prstGeom>
          <a:solidFill>
            <a:srgbClr val="191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854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44D28-21D2-BA12-EE3F-75AA5A8C4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04" y="1620000"/>
            <a:ext cx="10974888" cy="435133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11C123-F8AA-716C-C942-CCAD0E2CD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object 19">
            <a:extLst>
              <a:ext uri="{FF2B5EF4-FFF2-40B4-BE49-F238E27FC236}">
                <a16:creationId xmlns:a16="http://schemas.microsoft.com/office/drawing/2014/main" id="{01F3BAEB-806B-5647-8D48-62C14894B6EC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12" name="bg object 16">
            <a:extLst>
              <a:ext uri="{FF2B5EF4-FFF2-40B4-BE49-F238E27FC236}">
                <a16:creationId xmlns:a16="http://schemas.microsoft.com/office/drawing/2014/main" id="{0B30831A-2563-7DD0-6039-DF3EB5AF5C6B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4072DA-02CF-C6B6-7ABF-C539F65505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528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D9ADC8-AF90-DCC0-CC82-EBB12018198A}"/>
              </a:ext>
            </a:extLst>
          </p:cNvPr>
          <p:cNvSpPr/>
          <p:nvPr userDrawn="1"/>
        </p:nvSpPr>
        <p:spPr>
          <a:xfrm>
            <a:off x="425104" y="1260000"/>
            <a:ext cx="11341792" cy="4497387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BBC0-D767-15E9-5705-ADDD87CE849D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274870" y="1521228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3CCB032-8F25-2A43-9416-DD71825CDC71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266504" y="1521228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422AF4-ADE0-E955-C053-D88909CB1686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5282852" y="1521228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B4C2E56-D3D6-5E35-6344-7F57BB27B65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7285592" y="1521228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03374AB-6A68-2B3C-AF6D-233FFA97838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9296298" y="1521228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BB6C65-17E9-AC52-61DA-7C15CBFC66D1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1274870" y="295886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7048A2C-F531-0EF4-A86D-AB66434EA1B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266504" y="295886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D3E4397-53A8-E24B-5C4A-88777146173E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5282852" y="295886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A732837-5C1C-07DC-C113-B51FEBA17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7285592" y="295886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BF88B2D-9229-0BAE-C54B-86D527729FD9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9296298" y="295886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23E788B-8519-B6EF-DD12-1E59D9E049AF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1274870" y="444977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6AF92D1-84B8-D628-CC21-E5701BBAD876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3266504" y="444977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5ABB4DA-0069-2E63-07E4-3371FA8E1CB3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5282852" y="444977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1173AF0-4532-A0BC-8D69-52FBD8BBC541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7285592" y="444977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32EA4E6-ACFF-19C3-2F62-20054A76E4D2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9296298" y="4449779"/>
            <a:ext cx="1647931" cy="1060760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389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ation map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78328E-4C73-ACD2-C7E4-F995A34B0B2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7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2861945"/>
            <a:ext cx="3567776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0944AE-BF2A-B441-29CE-4A8B1FA657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5104" y="1394461"/>
            <a:ext cx="3567776" cy="1260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600"/>
              </a:lnSpc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A map of the world&#10;&#10;AI-generated content may be incorrect.">
            <a:extLst>
              <a:ext uri="{FF2B5EF4-FFF2-40B4-BE49-F238E27FC236}">
                <a16:creationId xmlns:a16="http://schemas.microsoft.com/office/drawing/2014/main" id="{ACA4FBC4-4542-3B4C-E3B6-94560256C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7760" y="1036271"/>
            <a:ext cx="6829136" cy="3657133"/>
          </a:xfrm>
          <a:prstGeom prst="rect">
            <a:avLst/>
          </a:prstGeom>
        </p:spPr>
      </p:pic>
      <p:sp>
        <p:nvSpPr>
          <p:cNvPr id="15" name="object 258">
            <a:extLst>
              <a:ext uri="{FF2B5EF4-FFF2-40B4-BE49-F238E27FC236}">
                <a16:creationId xmlns:a16="http://schemas.microsoft.com/office/drawing/2014/main" id="{DF2164FE-B760-20E9-0382-7D7E50006289}"/>
              </a:ext>
            </a:extLst>
          </p:cNvPr>
          <p:cNvSpPr/>
          <p:nvPr userDrawn="1"/>
        </p:nvSpPr>
        <p:spPr>
          <a:xfrm>
            <a:off x="5035652" y="5058224"/>
            <a:ext cx="2171700" cy="0"/>
          </a:xfrm>
          <a:custGeom>
            <a:avLst/>
            <a:gdLst/>
            <a:ahLst/>
            <a:cxnLst/>
            <a:rect l="l" t="t" r="r" b="b"/>
            <a:pathLst>
              <a:path w="2171700">
                <a:moveTo>
                  <a:pt x="0" y="0"/>
                </a:moveTo>
                <a:lnTo>
                  <a:pt x="2171166" y="0"/>
                </a:lnTo>
              </a:path>
            </a:pathLst>
          </a:custGeom>
          <a:ln w="4445">
            <a:solidFill>
              <a:srgbClr val="F15F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68">
            <a:extLst>
              <a:ext uri="{FF2B5EF4-FFF2-40B4-BE49-F238E27FC236}">
                <a16:creationId xmlns:a16="http://schemas.microsoft.com/office/drawing/2014/main" id="{C85591F3-5931-90EA-5C4F-33F668C24F0F}"/>
              </a:ext>
            </a:extLst>
          </p:cNvPr>
          <p:cNvSpPr/>
          <p:nvPr userDrawn="1"/>
        </p:nvSpPr>
        <p:spPr>
          <a:xfrm>
            <a:off x="7334070" y="5058224"/>
            <a:ext cx="2171700" cy="0"/>
          </a:xfrm>
          <a:custGeom>
            <a:avLst/>
            <a:gdLst/>
            <a:ahLst/>
            <a:cxnLst/>
            <a:rect l="l" t="t" r="r" b="b"/>
            <a:pathLst>
              <a:path w="2171700">
                <a:moveTo>
                  <a:pt x="0" y="0"/>
                </a:moveTo>
                <a:lnTo>
                  <a:pt x="2171166" y="0"/>
                </a:lnTo>
              </a:path>
            </a:pathLst>
          </a:custGeom>
          <a:ln w="4445">
            <a:solidFill>
              <a:srgbClr val="F15F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76">
            <a:extLst>
              <a:ext uri="{FF2B5EF4-FFF2-40B4-BE49-F238E27FC236}">
                <a16:creationId xmlns:a16="http://schemas.microsoft.com/office/drawing/2014/main" id="{7FB4623F-3DEA-F6B9-E058-9105BE4214D9}"/>
              </a:ext>
            </a:extLst>
          </p:cNvPr>
          <p:cNvSpPr/>
          <p:nvPr userDrawn="1"/>
        </p:nvSpPr>
        <p:spPr>
          <a:xfrm>
            <a:off x="9632488" y="5058224"/>
            <a:ext cx="2171700" cy="0"/>
          </a:xfrm>
          <a:custGeom>
            <a:avLst/>
            <a:gdLst/>
            <a:ahLst/>
            <a:cxnLst/>
            <a:rect l="l" t="t" r="r" b="b"/>
            <a:pathLst>
              <a:path w="2171700">
                <a:moveTo>
                  <a:pt x="0" y="0"/>
                </a:moveTo>
                <a:lnTo>
                  <a:pt x="2171166" y="0"/>
                </a:lnTo>
              </a:path>
            </a:pathLst>
          </a:custGeom>
          <a:ln w="4445">
            <a:solidFill>
              <a:srgbClr val="F15F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BD1FAFDD-EFB3-1026-7EE7-98DFCC02894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42183" y="4664697"/>
            <a:ext cx="2097116" cy="323215"/>
          </a:xfrm>
        </p:spPr>
        <p:txBody>
          <a:bodyPr anchor="b" anchorCtr="0">
            <a:noAutofit/>
          </a:bodyPr>
          <a:lstStyle>
            <a:lvl1pPr marL="0" indent="0">
              <a:lnSpc>
                <a:spcPts val="1440"/>
              </a:lnSpc>
              <a:buNone/>
              <a:defRPr sz="10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Region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56F61B2E-6DDF-A94C-6EAE-406951BB50E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040911" y="5105945"/>
            <a:ext cx="2097116" cy="929095"/>
          </a:xfrm>
        </p:spPr>
        <p:txBody>
          <a:bodyPr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0BAD16A1-4CBC-9FD4-DAC0-0660214C0C6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344541" y="4671431"/>
            <a:ext cx="2097116" cy="323215"/>
          </a:xfrm>
        </p:spPr>
        <p:txBody>
          <a:bodyPr anchor="b" anchorCtr="0">
            <a:noAutofit/>
          </a:bodyPr>
          <a:lstStyle>
            <a:lvl1pPr marL="0" indent="0">
              <a:lnSpc>
                <a:spcPts val="1440"/>
              </a:lnSpc>
              <a:buNone/>
              <a:defRPr sz="10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Region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85A768C8-E547-5A36-97EC-FB915E3E6E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7351302" y="5109517"/>
            <a:ext cx="2097116" cy="929095"/>
          </a:xfrm>
        </p:spPr>
        <p:txBody>
          <a:bodyPr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7F646889-2DBD-9E5F-34D3-052DE062CCD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641257" y="4671431"/>
            <a:ext cx="2097116" cy="323215"/>
          </a:xfrm>
        </p:spPr>
        <p:txBody>
          <a:bodyPr anchor="b" anchorCtr="0">
            <a:noAutofit/>
          </a:bodyPr>
          <a:lstStyle>
            <a:lvl1pPr marL="0" indent="0">
              <a:lnSpc>
                <a:spcPts val="1440"/>
              </a:lnSpc>
              <a:buNone/>
              <a:defRPr sz="10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Region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9B84BBB4-FDF9-B772-480B-5882CAAD66E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648018" y="5109517"/>
            <a:ext cx="2097116" cy="929095"/>
          </a:xfrm>
        </p:spPr>
        <p:txBody>
          <a:bodyPr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D178B0C-7F6A-10DD-7021-2650EBA79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165A319-9A30-BB65-2208-405653795D22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0" name="bg object 16">
            <a:extLst>
              <a:ext uri="{FF2B5EF4-FFF2-40B4-BE49-F238E27FC236}">
                <a16:creationId xmlns:a16="http://schemas.microsoft.com/office/drawing/2014/main" id="{94CB1B94-9A5B-42D7-8E4D-999508417F00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F2DE83-96A7-D327-4693-CC1810F205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604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ation map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78328E-4C73-ACD2-C7E4-F995A34B0B2C}"/>
              </a:ext>
            </a:extLst>
          </p:cNvPr>
          <p:cNvSpPr/>
          <p:nvPr userDrawn="1"/>
        </p:nvSpPr>
        <p:spPr>
          <a:xfrm>
            <a:off x="0" y="7620"/>
            <a:ext cx="12192000" cy="6858000"/>
          </a:xfrm>
          <a:prstGeom prst="rect">
            <a:avLst/>
          </a:prstGeom>
          <a:solidFill>
            <a:srgbClr val="47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2861945"/>
            <a:ext cx="3567776" cy="309689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0944AE-BF2A-B441-29CE-4A8B1FA657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5104" y="1394461"/>
            <a:ext cx="3567776" cy="1260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600"/>
              </a:lnSpc>
              <a:buNone/>
              <a:defRPr sz="22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 descr="A map of the world&#10;&#10;AI-generated content may be incorrect.">
            <a:extLst>
              <a:ext uri="{FF2B5EF4-FFF2-40B4-BE49-F238E27FC236}">
                <a16:creationId xmlns:a16="http://schemas.microsoft.com/office/drawing/2014/main" id="{ACA4FBC4-4542-3B4C-E3B6-94560256C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7760" y="1036271"/>
            <a:ext cx="6829136" cy="3657133"/>
          </a:xfrm>
          <a:prstGeom prst="rect">
            <a:avLst/>
          </a:prstGeom>
        </p:spPr>
      </p:pic>
      <p:sp>
        <p:nvSpPr>
          <p:cNvPr id="15" name="object 258">
            <a:extLst>
              <a:ext uri="{FF2B5EF4-FFF2-40B4-BE49-F238E27FC236}">
                <a16:creationId xmlns:a16="http://schemas.microsoft.com/office/drawing/2014/main" id="{DF2164FE-B760-20E9-0382-7D7E50006289}"/>
              </a:ext>
            </a:extLst>
          </p:cNvPr>
          <p:cNvSpPr/>
          <p:nvPr userDrawn="1"/>
        </p:nvSpPr>
        <p:spPr>
          <a:xfrm flipV="1">
            <a:off x="4659087" y="5012505"/>
            <a:ext cx="1657285" cy="45719"/>
          </a:xfrm>
          <a:custGeom>
            <a:avLst/>
            <a:gdLst/>
            <a:ahLst/>
            <a:cxnLst/>
            <a:rect l="l" t="t" r="r" b="b"/>
            <a:pathLst>
              <a:path w="2171700">
                <a:moveTo>
                  <a:pt x="0" y="0"/>
                </a:moveTo>
                <a:lnTo>
                  <a:pt x="2171166" y="0"/>
                </a:lnTo>
              </a:path>
            </a:pathLst>
          </a:custGeom>
          <a:ln w="4445">
            <a:solidFill>
              <a:srgbClr val="F15F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68">
            <a:extLst>
              <a:ext uri="{FF2B5EF4-FFF2-40B4-BE49-F238E27FC236}">
                <a16:creationId xmlns:a16="http://schemas.microsoft.com/office/drawing/2014/main" id="{C85591F3-5931-90EA-5C4F-33F668C24F0F}"/>
              </a:ext>
            </a:extLst>
          </p:cNvPr>
          <p:cNvSpPr/>
          <p:nvPr userDrawn="1"/>
        </p:nvSpPr>
        <p:spPr>
          <a:xfrm>
            <a:off x="6499389" y="5052059"/>
            <a:ext cx="1636343" cy="45719"/>
          </a:xfrm>
          <a:custGeom>
            <a:avLst/>
            <a:gdLst/>
            <a:ahLst/>
            <a:cxnLst/>
            <a:rect l="l" t="t" r="r" b="b"/>
            <a:pathLst>
              <a:path w="2171700">
                <a:moveTo>
                  <a:pt x="0" y="0"/>
                </a:moveTo>
                <a:lnTo>
                  <a:pt x="2171166" y="0"/>
                </a:lnTo>
              </a:path>
            </a:pathLst>
          </a:custGeom>
          <a:ln w="4445">
            <a:solidFill>
              <a:srgbClr val="F15F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76">
            <a:extLst>
              <a:ext uri="{FF2B5EF4-FFF2-40B4-BE49-F238E27FC236}">
                <a16:creationId xmlns:a16="http://schemas.microsoft.com/office/drawing/2014/main" id="{7FB4623F-3DEA-F6B9-E058-9105BE4214D9}"/>
              </a:ext>
            </a:extLst>
          </p:cNvPr>
          <p:cNvSpPr/>
          <p:nvPr userDrawn="1"/>
        </p:nvSpPr>
        <p:spPr>
          <a:xfrm flipV="1">
            <a:off x="8329467" y="5006341"/>
            <a:ext cx="1629582" cy="45719"/>
          </a:xfrm>
          <a:custGeom>
            <a:avLst/>
            <a:gdLst/>
            <a:ahLst/>
            <a:cxnLst/>
            <a:rect l="l" t="t" r="r" b="b"/>
            <a:pathLst>
              <a:path w="2171700">
                <a:moveTo>
                  <a:pt x="0" y="0"/>
                </a:moveTo>
                <a:lnTo>
                  <a:pt x="2171166" y="0"/>
                </a:lnTo>
              </a:path>
            </a:pathLst>
          </a:custGeom>
          <a:ln w="4445">
            <a:solidFill>
              <a:srgbClr val="F15F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BD1FAFDD-EFB3-1026-7EE7-98DFCC02894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665618" y="4664697"/>
            <a:ext cx="1629582" cy="323215"/>
          </a:xfrm>
        </p:spPr>
        <p:txBody>
          <a:bodyPr anchor="b" anchorCtr="0">
            <a:noAutofit/>
          </a:bodyPr>
          <a:lstStyle>
            <a:lvl1pPr marL="0" indent="0">
              <a:lnSpc>
                <a:spcPts val="1440"/>
              </a:lnSpc>
              <a:buNone/>
              <a:defRPr sz="10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Region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56F61B2E-6DDF-A94C-6EAE-406951BB50E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664346" y="5105945"/>
            <a:ext cx="1629582" cy="929095"/>
          </a:xfrm>
        </p:spPr>
        <p:txBody>
          <a:bodyPr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0BAD16A1-4CBC-9FD4-DAC0-0660214C0C6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99389" y="4671431"/>
            <a:ext cx="1629582" cy="323215"/>
          </a:xfrm>
        </p:spPr>
        <p:txBody>
          <a:bodyPr anchor="b" anchorCtr="0">
            <a:noAutofit/>
          </a:bodyPr>
          <a:lstStyle>
            <a:lvl1pPr marL="0" indent="0">
              <a:lnSpc>
                <a:spcPts val="1440"/>
              </a:lnSpc>
              <a:buNone/>
              <a:defRPr sz="10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Region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85A768C8-E547-5A36-97EC-FB915E3E6E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506150" y="5109517"/>
            <a:ext cx="1629582" cy="929095"/>
          </a:xfrm>
        </p:spPr>
        <p:txBody>
          <a:bodyPr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7F646889-2DBD-9E5F-34D3-052DE062CCD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338236" y="4671431"/>
            <a:ext cx="1629582" cy="323215"/>
          </a:xfrm>
        </p:spPr>
        <p:txBody>
          <a:bodyPr anchor="b" anchorCtr="0">
            <a:noAutofit/>
          </a:bodyPr>
          <a:lstStyle>
            <a:lvl1pPr marL="0" indent="0">
              <a:lnSpc>
                <a:spcPts val="1440"/>
              </a:lnSpc>
              <a:buNone/>
              <a:defRPr sz="10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Region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9B84BBB4-FDF9-B772-480B-5882CAAD66E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344997" y="5109517"/>
            <a:ext cx="1629582" cy="929095"/>
          </a:xfrm>
        </p:spPr>
        <p:txBody>
          <a:bodyPr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D178B0C-7F6A-10DD-7021-2650EBA79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165A319-9A30-BB65-2208-405653795D22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0" name="bg object 16">
            <a:extLst>
              <a:ext uri="{FF2B5EF4-FFF2-40B4-BE49-F238E27FC236}">
                <a16:creationId xmlns:a16="http://schemas.microsoft.com/office/drawing/2014/main" id="{94CB1B94-9A5B-42D7-8E4D-999508417F00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sp>
        <p:nvSpPr>
          <p:cNvPr id="4" name="object 276">
            <a:extLst>
              <a:ext uri="{FF2B5EF4-FFF2-40B4-BE49-F238E27FC236}">
                <a16:creationId xmlns:a16="http://schemas.microsoft.com/office/drawing/2014/main" id="{706F933F-8099-DA7A-AC44-63D9E4FC30CE}"/>
              </a:ext>
            </a:extLst>
          </p:cNvPr>
          <p:cNvSpPr/>
          <p:nvPr userDrawn="1"/>
        </p:nvSpPr>
        <p:spPr>
          <a:xfrm flipV="1">
            <a:off x="10158267" y="5006341"/>
            <a:ext cx="1629582" cy="45719"/>
          </a:xfrm>
          <a:custGeom>
            <a:avLst/>
            <a:gdLst/>
            <a:ahLst/>
            <a:cxnLst/>
            <a:rect l="l" t="t" r="r" b="b"/>
            <a:pathLst>
              <a:path w="2171700">
                <a:moveTo>
                  <a:pt x="0" y="0"/>
                </a:moveTo>
                <a:lnTo>
                  <a:pt x="2171166" y="0"/>
                </a:lnTo>
              </a:path>
            </a:pathLst>
          </a:custGeom>
          <a:ln w="4445">
            <a:solidFill>
              <a:srgbClr val="F15F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65F8E9-7512-8F3A-7224-433FD51A97C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0167036" y="4671431"/>
            <a:ext cx="1629582" cy="323215"/>
          </a:xfrm>
        </p:spPr>
        <p:txBody>
          <a:bodyPr anchor="b" anchorCtr="0">
            <a:noAutofit/>
          </a:bodyPr>
          <a:lstStyle>
            <a:lvl1pPr marL="0" indent="0">
              <a:lnSpc>
                <a:spcPts val="1440"/>
              </a:lnSpc>
              <a:buNone/>
              <a:defRPr sz="10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Region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08826B-57E4-688D-F500-1E69449B8E6B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0173797" y="5109517"/>
            <a:ext cx="1629582" cy="929095"/>
          </a:xfrm>
        </p:spPr>
        <p:txBody>
          <a:bodyPr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  <a:p>
            <a:pPr lvl="0"/>
            <a:r>
              <a:rPr lang="en-GB"/>
              <a:t>State – City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3C22E3D-486E-E6D5-54ED-0784142E6A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114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–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755F1DA-86E5-2576-174C-027BDC2A8B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1000">
                <a:srgbClr val="EC5F27"/>
              </a:gs>
              <a:gs pos="57000">
                <a:srgbClr val="470000"/>
              </a:gs>
              <a:gs pos="31000">
                <a:srgbClr val="D02929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FDF8145-1963-F7CD-F3BB-530BD74EEF16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0" y="1"/>
            <a:ext cx="12192000" cy="6857999"/>
          </a:xfrm>
          <a:custGeom>
            <a:avLst/>
            <a:gdLst>
              <a:gd name="connsiteX0" fmla="*/ 2690410 w 12192000"/>
              <a:gd name="connsiteY0" fmla="*/ 1290919 h 6857999"/>
              <a:gd name="connsiteX1" fmla="*/ 309527 w 12192000"/>
              <a:gd name="connsiteY1" fmla="*/ 3671802 h 6857999"/>
              <a:gd name="connsiteX2" fmla="*/ 2690410 w 12192000"/>
              <a:gd name="connsiteY2" fmla="*/ 6052685 h 6857999"/>
              <a:gd name="connsiteX3" fmla="*/ 2731743 w 12192000"/>
              <a:gd name="connsiteY3" fmla="*/ 6050599 h 6857999"/>
              <a:gd name="connsiteX4" fmla="*/ 2773075 w 12192000"/>
              <a:gd name="connsiteY4" fmla="*/ 6052685 h 6857999"/>
              <a:gd name="connsiteX5" fmla="*/ 4374622 w 12192000"/>
              <a:gd name="connsiteY5" fmla="*/ 6052685 h 6857999"/>
              <a:gd name="connsiteX6" fmla="*/ 5071293 w 12192000"/>
              <a:gd name="connsiteY6" fmla="*/ 5356014 h 6857999"/>
              <a:gd name="connsiteX7" fmla="*/ 5071293 w 12192000"/>
              <a:gd name="connsiteY7" fmla="*/ 3674240 h 6857999"/>
              <a:gd name="connsiteX8" fmla="*/ 5071232 w 12192000"/>
              <a:gd name="connsiteY8" fmla="*/ 3673022 h 6857999"/>
              <a:gd name="connsiteX9" fmla="*/ 5071293 w 12192000"/>
              <a:gd name="connsiteY9" fmla="*/ 3671802 h 6857999"/>
              <a:gd name="connsiteX10" fmla="*/ 2690410 w 12192000"/>
              <a:gd name="connsiteY10" fmla="*/ 1290919 h 6857999"/>
              <a:gd name="connsiteX11" fmla="*/ 0 w 12192000"/>
              <a:gd name="connsiteY11" fmla="*/ 0 h 6857999"/>
              <a:gd name="connsiteX12" fmla="*/ 12192000 w 12192000"/>
              <a:gd name="connsiteY12" fmla="*/ 0 h 6857999"/>
              <a:gd name="connsiteX13" fmla="*/ 12192000 w 12192000"/>
              <a:gd name="connsiteY13" fmla="*/ 6857999 h 6857999"/>
              <a:gd name="connsiteX14" fmla="*/ 0 w 12192000"/>
              <a:gd name="connsiteY1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7999">
                <a:moveTo>
                  <a:pt x="2690410" y="1290919"/>
                </a:moveTo>
                <a:cubicBezTo>
                  <a:pt x="1375485" y="1290919"/>
                  <a:pt x="309527" y="2356877"/>
                  <a:pt x="309527" y="3671802"/>
                </a:cubicBezTo>
                <a:cubicBezTo>
                  <a:pt x="309527" y="4986727"/>
                  <a:pt x="1375485" y="6052685"/>
                  <a:pt x="2690410" y="6052685"/>
                </a:cubicBezTo>
                <a:lnTo>
                  <a:pt x="2731743" y="6050599"/>
                </a:lnTo>
                <a:lnTo>
                  <a:pt x="2773075" y="6052685"/>
                </a:lnTo>
                <a:lnTo>
                  <a:pt x="4374622" y="6052685"/>
                </a:lnTo>
                <a:cubicBezTo>
                  <a:pt x="4759383" y="6052685"/>
                  <a:pt x="5071293" y="5740775"/>
                  <a:pt x="5071293" y="5356014"/>
                </a:cubicBezTo>
                <a:lnTo>
                  <a:pt x="5071293" y="3674240"/>
                </a:lnTo>
                <a:lnTo>
                  <a:pt x="5071232" y="3673022"/>
                </a:lnTo>
                <a:lnTo>
                  <a:pt x="5071293" y="3671802"/>
                </a:lnTo>
                <a:cubicBezTo>
                  <a:pt x="5071293" y="2356877"/>
                  <a:pt x="4005335" y="1290919"/>
                  <a:pt x="2690410" y="129091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07B53-96CC-7BF6-013E-DAD8F48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10" y="2486826"/>
            <a:ext cx="3871689" cy="461473"/>
          </a:xfrm>
        </p:spPr>
        <p:txBody>
          <a:bodyPr anchor="b" anchorCtr="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14D71-8778-647F-45A5-ECF44AF80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8910" y="3053459"/>
            <a:ext cx="3871689" cy="2031289"/>
          </a:xfrm>
        </p:spPr>
        <p:txBody>
          <a:bodyPr anchor="t" anchorCtr="0">
            <a:normAutofit/>
          </a:bodyPr>
          <a:lstStyle>
            <a:lvl1pPr marL="0" indent="0">
              <a:lnSpc>
                <a:spcPts val="4200"/>
              </a:lnSpc>
              <a:buNone/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EF6A0B-BE16-4DDD-5C13-00E8DEC816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9405" y="5082673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024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755F1DA-86E5-2576-174C-027BDC2A8B7B}"/>
              </a:ext>
            </a:extLst>
          </p:cNvPr>
          <p:cNvSpPr/>
          <p:nvPr userDrawn="1"/>
        </p:nvSpPr>
        <p:spPr>
          <a:xfrm>
            <a:off x="0" y="-225334"/>
            <a:ext cx="12192000" cy="6858000"/>
          </a:xfrm>
          <a:prstGeom prst="rect">
            <a:avLst/>
          </a:prstGeom>
          <a:gradFill>
            <a:gsLst>
              <a:gs pos="40000">
                <a:srgbClr val="EC5F27"/>
              </a:gs>
              <a:gs pos="79000">
                <a:srgbClr val="470000"/>
              </a:gs>
              <a:gs pos="53000">
                <a:srgbClr val="D02929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FDF8145-1963-F7CD-F3BB-530BD74EEF16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-6864" y="-225334"/>
            <a:ext cx="12205727" cy="7308667"/>
          </a:xfrm>
          <a:custGeom>
            <a:avLst/>
            <a:gdLst>
              <a:gd name="connsiteX0" fmla="*/ 2690410 w 12192000"/>
              <a:gd name="connsiteY0" fmla="*/ 1290919 h 6857999"/>
              <a:gd name="connsiteX1" fmla="*/ 309527 w 12192000"/>
              <a:gd name="connsiteY1" fmla="*/ 3671802 h 6857999"/>
              <a:gd name="connsiteX2" fmla="*/ 2690410 w 12192000"/>
              <a:gd name="connsiteY2" fmla="*/ 6052685 h 6857999"/>
              <a:gd name="connsiteX3" fmla="*/ 2731743 w 12192000"/>
              <a:gd name="connsiteY3" fmla="*/ 6050599 h 6857999"/>
              <a:gd name="connsiteX4" fmla="*/ 2773075 w 12192000"/>
              <a:gd name="connsiteY4" fmla="*/ 6052685 h 6857999"/>
              <a:gd name="connsiteX5" fmla="*/ 4374622 w 12192000"/>
              <a:gd name="connsiteY5" fmla="*/ 6052685 h 6857999"/>
              <a:gd name="connsiteX6" fmla="*/ 5071293 w 12192000"/>
              <a:gd name="connsiteY6" fmla="*/ 5356014 h 6857999"/>
              <a:gd name="connsiteX7" fmla="*/ 5071293 w 12192000"/>
              <a:gd name="connsiteY7" fmla="*/ 3674240 h 6857999"/>
              <a:gd name="connsiteX8" fmla="*/ 5071232 w 12192000"/>
              <a:gd name="connsiteY8" fmla="*/ 3673022 h 6857999"/>
              <a:gd name="connsiteX9" fmla="*/ 5071293 w 12192000"/>
              <a:gd name="connsiteY9" fmla="*/ 3671802 h 6857999"/>
              <a:gd name="connsiteX10" fmla="*/ 2690410 w 12192000"/>
              <a:gd name="connsiteY10" fmla="*/ 1290919 h 6857999"/>
              <a:gd name="connsiteX11" fmla="*/ 0 w 12192000"/>
              <a:gd name="connsiteY11" fmla="*/ 0 h 6857999"/>
              <a:gd name="connsiteX12" fmla="*/ 12192000 w 12192000"/>
              <a:gd name="connsiteY12" fmla="*/ 0 h 6857999"/>
              <a:gd name="connsiteX13" fmla="*/ 12192000 w 12192000"/>
              <a:gd name="connsiteY13" fmla="*/ 6857999 h 6857999"/>
              <a:gd name="connsiteX14" fmla="*/ 0 w 12192000"/>
              <a:gd name="connsiteY14" fmla="*/ 6857999 h 6857999"/>
              <a:gd name="connsiteX0" fmla="*/ 2690410 w 12192000"/>
              <a:gd name="connsiteY0" fmla="*/ 1290919 h 6857999"/>
              <a:gd name="connsiteX1" fmla="*/ 309527 w 12192000"/>
              <a:gd name="connsiteY1" fmla="*/ 3671802 h 6857999"/>
              <a:gd name="connsiteX2" fmla="*/ 2690410 w 12192000"/>
              <a:gd name="connsiteY2" fmla="*/ 6052685 h 6857999"/>
              <a:gd name="connsiteX3" fmla="*/ 2731743 w 12192000"/>
              <a:gd name="connsiteY3" fmla="*/ 6050599 h 6857999"/>
              <a:gd name="connsiteX4" fmla="*/ 2773075 w 12192000"/>
              <a:gd name="connsiteY4" fmla="*/ 6052685 h 6857999"/>
              <a:gd name="connsiteX5" fmla="*/ 4374622 w 12192000"/>
              <a:gd name="connsiteY5" fmla="*/ 6052685 h 6857999"/>
              <a:gd name="connsiteX6" fmla="*/ 5071293 w 12192000"/>
              <a:gd name="connsiteY6" fmla="*/ 5356014 h 6857999"/>
              <a:gd name="connsiteX7" fmla="*/ 5071293 w 12192000"/>
              <a:gd name="connsiteY7" fmla="*/ 3674240 h 6857999"/>
              <a:gd name="connsiteX8" fmla="*/ 5071232 w 12192000"/>
              <a:gd name="connsiteY8" fmla="*/ 3673022 h 6857999"/>
              <a:gd name="connsiteX9" fmla="*/ 5071293 w 12192000"/>
              <a:gd name="connsiteY9" fmla="*/ 3671802 h 6857999"/>
              <a:gd name="connsiteX10" fmla="*/ 2690410 w 12192000"/>
              <a:gd name="connsiteY10" fmla="*/ 1290919 h 6857999"/>
              <a:gd name="connsiteX11" fmla="*/ 0 w 12192000"/>
              <a:gd name="connsiteY11" fmla="*/ 0 h 6857999"/>
              <a:gd name="connsiteX12" fmla="*/ 5972783 w 12192000"/>
              <a:gd name="connsiteY12" fmla="*/ 0 h 6857999"/>
              <a:gd name="connsiteX13" fmla="*/ 12192000 w 12192000"/>
              <a:gd name="connsiteY13" fmla="*/ 6857999 h 6857999"/>
              <a:gd name="connsiteX14" fmla="*/ 0 w 12192000"/>
              <a:gd name="connsiteY14" fmla="*/ 6857999 h 6857999"/>
              <a:gd name="connsiteX15" fmla="*/ 0 w 12192000"/>
              <a:gd name="connsiteY15" fmla="*/ 0 h 6857999"/>
              <a:gd name="connsiteX0" fmla="*/ 2690410 w 5972783"/>
              <a:gd name="connsiteY0" fmla="*/ 1290919 h 6857999"/>
              <a:gd name="connsiteX1" fmla="*/ 309527 w 5972783"/>
              <a:gd name="connsiteY1" fmla="*/ 3671802 h 6857999"/>
              <a:gd name="connsiteX2" fmla="*/ 2690410 w 5972783"/>
              <a:gd name="connsiteY2" fmla="*/ 6052685 h 6857999"/>
              <a:gd name="connsiteX3" fmla="*/ 2731743 w 5972783"/>
              <a:gd name="connsiteY3" fmla="*/ 6050599 h 6857999"/>
              <a:gd name="connsiteX4" fmla="*/ 2773075 w 5972783"/>
              <a:gd name="connsiteY4" fmla="*/ 6052685 h 6857999"/>
              <a:gd name="connsiteX5" fmla="*/ 4374622 w 5972783"/>
              <a:gd name="connsiteY5" fmla="*/ 6052685 h 6857999"/>
              <a:gd name="connsiteX6" fmla="*/ 5071293 w 5972783"/>
              <a:gd name="connsiteY6" fmla="*/ 5356014 h 6857999"/>
              <a:gd name="connsiteX7" fmla="*/ 5071293 w 5972783"/>
              <a:gd name="connsiteY7" fmla="*/ 3674240 h 6857999"/>
              <a:gd name="connsiteX8" fmla="*/ 5071232 w 5972783"/>
              <a:gd name="connsiteY8" fmla="*/ 3673022 h 6857999"/>
              <a:gd name="connsiteX9" fmla="*/ 5071293 w 5972783"/>
              <a:gd name="connsiteY9" fmla="*/ 3671802 h 6857999"/>
              <a:gd name="connsiteX10" fmla="*/ 2690410 w 5972783"/>
              <a:gd name="connsiteY10" fmla="*/ 1290919 h 6857999"/>
              <a:gd name="connsiteX11" fmla="*/ 0 w 5972783"/>
              <a:gd name="connsiteY11" fmla="*/ 0 h 6857999"/>
              <a:gd name="connsiteX12" fmla="*/ 5972783 w 5972783"/>
              <a:gd name="connsiteY12" fmla="*/ 0 h 6857999"/>
              <a:gd name="connsiteX13" fmla="*/ 5966298 w 5972783"/>
              <a:gd name="connsiteY13" fmla="*/ 6857999 h 6857999"/>
              <a:gd name="connsiteX14" fmla="*/ 0 w 5972783"/>
              <a:gd name="connsiteY14" fmla="*/ 6857999 h 6857999"/>
              <a:gd name="connsiteX15" fmla="*/ 0 w 5972783"/>
              <a:gd name="connsiteY15" fmla="*/ 0 h 6857999"/>
              <a:gd name="connsiteX0" fmla="*/ 8909627 w 12192000"/>
              <a:gd name="connsiteY0" fmla="*/ 1290919 h 6857999"/>
              <a:gd name="connsiteX1" fmla="*/ 6528744 w 12192000"/>
              <a:gd name="connsiteY1" fmla="*/ 3671802 h 6857999"/>
              <a:gd name="connsiteX2" fmla="*/ 8909627 w 12192000"/>
              <a:gd name="connsiteY2" fmla="*/ 6052685 h 6857999"/>
              <a:gd name="connsiteX3" fmla="*/ 8950960 w 12192000"/>
              <a:gd name="connsiteY3" fmla="*/ 6050599 h 6857999"/>
              <a:gd name="connsiteX4" fmla="*/ 8992292 w 12192000"/>
              <a:gd name="connsiteY4" fmla="*/ 6052685 h 6857999"/>
              <a:gd name="connsiteX5" fmla="*/ 10593839 w 12192000"/>
              <a:gd name="connsiteY5" fmla="*/ 6052685 h 6857999"/>
              <a:gd name="connsiteX6" fmla="*/ 11290510 w 12192000"/>
              <a:gd name="connsiteY6" fmla="*/ 5356014 h 6857999"/>
              <a:gd name="connsiteX7" fmla="*/ 11290510 w 12192000"/>
              <a:gd name="connsiteY7" fmla="*/ 3674240 h 6857999"/>
              <a:gd name="connsiteX8" fmla="*/ 11290449 w 12192000"/>
              <a:gd name="connsiteY8" fmla="*/ 3673022 h 6857999"/>
              <a:gd name="connsiteX9" fmla="*/ 11290510 w 12192000"/>
              <a:gd name="connsiteY9" fmla="*/ 3671802 h 6857999"/>
              <a:gd name="connsiteX10" fmla="*/ 8909627 w 12192000"/>
              <a:gd name="connsiteY10" fmla="*/ 1290919 h 6857999"/>
              <a:gd name="connsiteX11" fmla="*/ 6219217 w 12192000"/>
              <a:gd name="connsiteY11" fmla="*/ 0 h 6857999"/>
              <a:gd name="connsiteX12" fmla="*/ 12192000 w 12192000"/>
              <a:gd name="connsiteY12" fmla="*/ 0 h 6857999"/>
              <a:gd name="connsiteX13" fmla="*/ 12185515 w 12192000"/>
              <a:gd name="connsiteY13" fmla="*/ 6857999 h 6857999"/>
              <a:gd name="connsiteX14" fmla="*/ 0 w 12192000"/>
              <a:gd name="connsiteY14" fmla="*/ 6857999 h 6857999"/>
              <a:gd name="connsiteX15" fmla="*/ 6219217 w 12192000"/>
              <a:gd name="connsiteY15" fmla="*/ 0 h 6857999"/>
              <a:gd name="connsiteX0" fmla="*/ 8909627 w 12192000"/>
              <a:gd name="connsiteY0" fmla="*/ 1290919 h 6857999"/>
              <a:gd name="connsiteX1" fmla="*/ 6528744 w 12192000"/>
              <a:gd name="connsiteY1" fmla="*/ 3671802 h 6857999"/>
              <a:gd name="connsiteX2" fmla="*/ 8909627 w 12192000"/>
              <a:gd name="connsiteY2" fmla="*/ 6052685 h 6857999"/>
              <a:gd name="connsiteX3" fmla="*/ 8950960 w 12192000"/>
              <a:gd name="connsiteY3" fmla="*/ 6050599 h 6857999"/>
              <a:gd name="connsiteX4" fmla="*/ 8992292 w 12192000"/>
              <a:gd name="connsiteY4" fmla="*/ 6052685 h 6857999"/>
              <a:gd name="connsiteX5" fmla="*/ 10593839 w 12192000"/>
              <a:gd name="connsiteY5" fmla="*/ 6052685 h 6857999"/>
              <a:gd name="connsiteX6" fmla="*/ 11290510 w 12192000"/>
              <a:gd name="connsiteY6" fmla="*/ 5356014 h 6857999"/>
              <a:gd name="connsiteX7" fmla="*/ 11290510 w 12192000"/>
              <a:gd name="connsiteY7" fmla="*/ 3674240 h 6857999"/>
              <a:gd name="connsiteX8" fmla="*/ 11290449 w 12192000"/>
              <a:gd name="connsiteY8" fmla="*/ 3673022 h 6857999"/>
              <a:gd name="connsiteX9" fmla="*/ 11290510 w 12192000"/>
              <a:gd name="connsiteY9" fmla="*/ 3671802 h 6857999"/>
              <a:gd name="connsiteX10" fmla="*/ 8909627 w 12192000"/>
              <a:gd name="connsiteY10" fmla="*/ 1290919 h 6857999"/>
              <a:gd name="connsiteX11" fmla="*/ 0 w 12192000"/>
              <a:gd name="connsiteY11" fmla="*/ 6485 h 6857999"/>
              <a:gd name="connsiteX12" fmla="*/ 12192000 w 12192000"/>
              <a:gd name="connsiteY12" fmla="*/ 0 h 6857999"/>
              <a:gd name="connsiteX13" fmla="*/ 12185515 w 12192000"/>
              <a:gd name="connsiteY13" fmla="*/ 6857999 h 6857999"/>
              <a:gd name="connsiteX14" fmla="*/ 0 w 12192000"/>
              <a:gd name="connsiteY14" fmla="*/ 6857999 h 6857999"/>
              <a:gd name="connsiteX15" fmla="*/ 0 w 12192000"/>
              <a:gd name="connsiteY15" fmla="*/ 6485 h 6857999"/>
              <a:gd name="connsiteX0" fmla="*/ 8909627 w 12192664"/>
              <a:gd name="connsiteY0" fmla="*/ 1290919 h 7295605"/>
              <a:gd name="connsiteX1" fmla="*/ 6528744 w 12192664"/>
              <a:gd name="connsiteY1" fmla="*/ 3671802 h 7295605"/>
              <a:gd name="connsiteX2" fmla="*/ 8909627 w 12192664"/>
              <a:gd name="connsiteY2" fmla="*/ 6052685 h 7295605"/>
              <a:gd name="connsiteX3" fmla="*/ 8950960 w 12192664"/>
              <a:gd name="connsiteY3" fmla="*/ 6050599 h 7295605"/>
              <a:gd name="connsiteX4" fmla="*/ 8992292 w 12192664"/>
              <a:gd name="connsiteY4" fmla="*/ 6052685 h 7295605"/>
              <a:gd name="connsiteX5" fmla="*/ 10593839 w 12192664"/>
              <a:gd name="connsiteY5" fmla="*/ 6052685 h 7295605"/>
              <a:gd name="connsiteX6" fmla="*/ 11290510 w 12192664"/>
              <a:gd name="connsiteY6" fmla="*/ 5356014 h 7295605"/>
              <a:gd name="connsiteX7" fmla="*/ 11290510 w 12192664"/>
              <a:gd name="connsiteY7" fmla="*/ 3674240 h 7295605"/>
              <a:gd name="connsiteX8" fmla="*/ 11290449 w 12192664"/>
              <a:gd name="connsiteY8" fmla="*/ 3673022 h 7295605"/>
              <a:gd name="connsiteX9" fmla="*/ 11290510 w 12192664"/>
              <a:gd name="connsiteY9" fmla="*/ 3671802 h 7295605"/>
              <a:gd name="connsiteX10" fmla="*/ 8909627 w 12192664"/>
              <a:gd name="connsiteY10" fmla="*/ 1290919 h 7295605"/>
              <a:gd name="connsiteX11" fmla="*/ 0 w 12192664"/>
              <a:gd name="connsiteY11" fmla="*/ 6485 h 7295605"/>
              <a:gd name="connsiteX12" fmla="*/ 12192000 w 12192664"/>
              <a:gd name="connsiteY12" fmla="*/ 0 h 7295605"/>
              <a:gd name="connsiteX13" fmla="*/ 12192046 w 12192664"/>
              <a:gd name="connsiteY13" fmla="*/ 7295605 h 7295605"/>
              <a:gd name="connsiteX14" fmla="*/ 0 w 12192664"/>
              <a:gd name="connsiteY14" fmla="*/ 6857999 h 7295605"/>
              <a:gd name="connsiteX15" fmla="*/ 0 w 12192664"/>
              <a:gd name="connsiteY15" fmla="*/ 6485 h 7295605"/>
              <a:gd name="connsiteX0" fmla="*/ 8922690 w 12205727"/>
              <a:gd name="connsiteY0" fmla="*/ 1290919 h 7308667"/>
              <a:gd name="connsiteX1" fmla="*/ 6541807 w 12205727"/>
              <a:gd name="connsiteY1" fmla="*/ 3671802 h 7308667"/>
              <a:gd name="connsiteX2" fmla="*/ 8922690 w 12205727"/>
              <a:gd name="connsiteY2" fmla="*/ 6052685 h 7308667"/>
              <a:gd name="connsiteX3" fmla="*/ 8964023 w 12205727"/>
              <a:gd name="connsiteY3" fmla="*/ 6050599 h 7308667"/>
              <a:gd name="connsiteX4" fmla="*/ 9005355 w 12205727"/>
              <a:gd name="connsiteY4" fmla="*/ 6052685 h 7308667"/>
              <a:gd name="connsiteX5" fmla="*/ 10606902 w 12205727"/>
              <a:gd name="connsiteY5" fmla="*/ 6052685 h 7308667"/>
              <a:gd name="connsiteX6" fmla="*/ 11303573 w 12205727"/>
              <a:gd name="connsiteY6" fmla="*/ 5356014 h 7308667"/>
              <a:gd name="connsiteX7" fmla="*/ 11303573 w 12205727"/>
              <a:gd name="connsiteY7" fmla="*/ 3674240 h 7308667"/>
              <a:gd name="connsiteX8" fmla="*/ 11303512 w 12205727"/>
              <a:gd name="connsiteY8" fmla="*/ 3673022 h 7308667"/>
              <a:gd name="connsiteX9" fmla="*/ 11303573 w 12205727"/>
              <a:gd name="connsiteY9" fmla="*/ 3671802 h 7308667"/>
              <a:gd name="connsiteX10" fmla="*/ 8922690 w 12205727"/>
              <a:gd name="connsiteY10" fmla="*/ 1290919 h 7308667"/>
              <a:gd name="connsiteX11" fmla="*/ 13063 w 12205727"/>
              <a:gd name="connsiteY11" fmla="*/ 6485 h 7308667"/>
              <a:gd name="connsiteX12" fmla="*/ 12205063 w 12205727"/>
              <a:gd name="connsiteY12" fmla="*/ 0 h 7308667"/>
              <a:gd name="connsiteX13" fmla="*/ 12205109 w 12205727"/>
              <a:gd name="connsiteY13" fmla="*/ 7295605 h 7308667"/>
              <a:gd name="connsiteX14" fmla="*/ 0 w 12205727"/>
              <a:gd name="connsiteY14" fmla="*/ 7308667 h 7308667"/>
              <a:gd name="connsiteX15" fmla="*/ 13063 w 12205727"/>
              <a:gd name="connsiteY15" fmla="*/ 6485 h 730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5727" h="7308667">
                <a:moveTo>
                  <a:pt x="8922690" y="1290919"/>
                </a:moveTo>
                <a:cubicBezTo>
                  <a:pt x="7607765" y="1290919"/>
                  <a:pt x="6541807" y="2356877"/>
                  <a:pt x="6541807" y="3671802"/>
                </a:cubicBezTo>
                <a:cubicBezTo>
                  <a:pt x="6541807" y="4986727"/>
                  <a:pt x="7607765" y="6052685"/>
                  <a:pt x="8922690" y="6052685"/>
                </a:cubicBezTo>
                <a:lnTo>
                  <a:pt x="8964023" y="6050599"/>
                </a:lnTo>
                <a:lnTo>
                  <a:pt x="9005355" y="6052685"/>
                </a:lnTo>
                <a:lnTo>
                  <a:pt x="10606902" y="6052685"/>
                </a:lnTo>
                <a:cubicBezTo>
                  <a:pt x="10991663" y="6052685"/>
                  <a:pt x="11303573" y="5740775"/>
                  <a:pt x="11303573" y="5356014"/>
                </a:cubicBezTo>
                <a:lnTo>
                  <a:pt x="11303573" y="3674240"/>
                </a:lnTo>
                <a:cubicBezTo>
                  <a:pt x="11303553" y="3673834"/>
                  <a:pt x="11303532" y="3673428"/>
                  <a:pt x="11303512" y="3673022"/>
                </a:cubicBezTo>
                <a:cubicBezTo>
                  <a:pt x="11303532" y="3672615"/>
                  <a:pt x="11303553" y="3672209"/>
                  <a:pt x="11303573" y="3671802"/>
                </a:cubicBezTo>
                <a:cubicBezTo>
                  <a:pt x="11303573" y="2356877"/>
                  <a:pt x="10237615" y="1290919"/>
                  <a:pt x="8922690" y="1290919"/>
                </a:cubicBezTo>
                <a:close/>
                <a:moveTo>
                  <a:pt x="13063" y="6485"/>
                </a:moveTo>
                <a:lnTo>
                  <a:pt x="12205063" y="0"/>
                </a:lnTo>
                <a:cubicBezTo>
                  <a:pt x="12202901" y="2286000"/>
                  <a:pt x="12207271" y="5009605"/>
                  <a:pt x="12205109" y="7295605"/>
                </a:cubicBezTo>
                <a:lnTo>
                  <a:pt x="0" y="7308667"/>
                </a:lnTo>
                <a:cubicBezTo>
                  <a:pt x="4354" y="4874606"/>
                  <a:pt x="8709" y="2440546"/>
                  <a:pt x="13063" y="648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162CDC-17C5-99CF-3DA2-AAEF5992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835" y="2486826"/>
            <a:ext cx="3871689" cy="461473"/>
          </a:xfrm>
        </p:spPr>
        <p:txBody>
          <a:bodyPr anchor="b" anchorCtr="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07A0D5-8220-8281-B8FD-88327D553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86835" y="3053459"/>
            <a:ext cx="3871689" cy="2031289"/>
          </a:xfrm>
        </p:spPr>
        <p:txBody>
          <a:bodyPr anchor="t" anchorCtr="0">
            <a:normAutofit/>
          </a:bodyPr>
          <a:lstStyle>
            <a:lvl1pPr marL="0" indent="0">
              <a:lnSpc>
                <a:spcPts val="4200"/>
              </a:lnSpc>
              <a:buNone/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C5C84B6-3703-EC19-EA4B-EB13365C5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5276" y="4823121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042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– Pre populated 1">
    <p:bg>
      <p:bgPr>
        <a:gradFill>
          <a:gsLst>
            <a:gs pos="35992">
              <a:srgbClr val="B62121"/>
            </a:gs>
            <a:gs pos="11000">
              <a:srgbClr val="EC5F27"/>
            </a:gs>
            <a:gs pos="57000">
              <a:srgbClr val="470000"/>
            </a:gs>
            <a:gs pos="31000">
              <a:srgbClr val="D02929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running on treadmills in a gym&#10;&#10;AI-generated content may be incorrect.">
            <a:extLst>
              <a:ext uri="{FF2B5EF4-FFF2-40B4-BE49-F238E27FC236}">
                <a16:creationId xmlns:a16="http://schemas.microsoft.com/office/drawing/2014/main" id="{0A888CD0-6875-6BBD-0C4E-0F0093608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Freeform 33">
            <a:extLst>
              <a:ext uri="{FF2B5EF4-FFF2-40B4-BE49-F238E27FC236}">
                <a16:creationId xmlns:a16="http://schemas.microsoft.com/office/drawing/2014/main" id="{BFBF6FB9-B156-637D-AAFD-EFCCE2BD0E9E}"/>
              </a:ext>
            </a:extLst>
          </p:cNvPr>
          <p:cNvSpPr/>
          <p:nvPr userDrawn="1"/>
        </p:nvSpPr>
        <p:spPr>
          <a:xfrm>
            <a:off x="286642" y="1265129"/>
            <a:ext cx="4803732" cy="4803732"/>
          </a:xfrm>
          <a:custGeom>
            <a:avLst/>
            <a:gdLst>
              <a:gd name="connsiteX0" fmla="*/ 2401866 w 4803732"/>
              <a:gd name="connsiteY0" fmla="*/ 0 h 4803732"/>
              <a:gd name="connsiteX1" fmla="*/ 4791331 w 4803732"/>
              <a:gd name="connsiteY1" fmla="*/ 2156289 h 4803732"/>
              <a:gd name="connsiteX2" fmla="*/ 4792386 w 4803732"/>
              <a:gd name="connsiteY2" fmla="*/ 2177170 h 4803732"/>
              <a:gd name="connsiteX3" fmla="*/ 4799827 w 4803732"/>
              <a:gd name="connsiteY3" fmla="*/ 2225930 h 4803732"/>
              <a:gd name="connsiteX4" fmla="*/ 4803732 w 4803732"/>
              <a:gd name="connsiteY4" fmla="*/ 2303256 h 4803732"/>
              <a:gd name="connsiteX5" fmla="*/ 4803732 w 4803732"/>
              <a:gd name="connsiteY5" fmla="*/ 2401866 h 4803732"/>
              <a:gd name="connsiteX6" fmla="*/ 4803732 w 4803732"/>
              <a:gd name="connsiteY6" fmla="*/ 4047440 h 4803732"/>
              <a:gd name="connsiteX7" fmla="*/ 4047440 w 4803732"/>
              <a:gd name="connsiteY7" fmla="*/ 4803732 h 4803732"/>
              <a:gd name="connsiteX8" fmla="*/ 2459832 w 4803732"/>
              <a:gd name="connsiteY8" fmla="*/ 4803732 h 4803732"/>
              <a:gd name="connsiteX9" fmla="*/ 2430849 w 4803732"/>
              <a:gd name="connsiteY9" fmla="*/ 4802269 h 4803732"/>
              <a:gd name="connsiteX10" fmla="*/ 2401866 w 4803732"/>
              <a:gd name="connsiteY10" fmla="*/ 4803732 h 4803732"/>
              <a:gd name="connsiteX11" fmla="*/ 0 w 4803732"/>
              <a:gd name="connsiteY11" fmla="*/ 2401866 h 4803732"/>
              <a:gd name="connsiteX12" fmla="*/ 2401866 w 4803732"/>
              <a:gd name="connsiteY12" fmla="*/ 0 h 480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03732" h="4803732">
                <a:moveTo>
                  <a:pt x="2401866" y="0"/>
                </a:moveTo>
                <a:cubicBezTo>
                  <a:pt x="3645473" y="0"/>
                  <a:pt x="4668332" y="945134"/>
                  <a:pt x="4791331" y="2156289"/>
                </a:cubicBezTo>
                <a:lnTo>
                  <a:pt x="4792386" y="2177170"/>
                </a:lnTo>
                <a:lnTo>
                  <a:pt x="4799827" y="2225930"/>
                </a:lnTo>
                <a:cubicBezTo>
                  <a:pt x="4802409" y="2251354"/>
                  <a:pt x="4803732" y="2277151"/>
                  <a:pt x="4803732" y="2303256"/>
                </a:cubicBezTo>
                <a:lnTo>
                  <a:pt x="4803732" y="2401866"/>
                </a:lnTo>
                <a:lnTo>
                  <a:pt x="4803732" y="4047440"/>
                </a:lnTo>
                <a:cubicBezTo>
                  <a:pt x="4803732" y="4465129"/>
                  <a:pt x="4465129" y="4803732"/>
                  <a:pt x="4047440" y="4803732"/>
                </a:cubicBezTo>
                <a:lnTo>
                  <a:pt x="2459832" y="4803732"/>
                </a:lnTo>
                <a:lnTo>
                  <a:pt x="2430849" y="4802269"/>
                </a:lnTo>
                <a:lnTo>
                  <a:pt x="2401866" y="4803732"/>
                </a:lnTo>
                <a:cubicBezTo>
                  <a:pt x="1075352" y="4803732"/>
                  <a:pt x="0" y="3728380"/>
                  <a:pt x="0" y="2401866"/>
                </a:cubicBezTo>
                <a:cubicBezTo>
                  <a:pt x="0" y="1075352"/>
                  <a:pt x="1075352" y="0"/>
                  <a:pt x="2401866" y="0"/>
                </a:cubicBezTo>
                <a:close/>
              </a:path>
            </a:pathLst>
          </a:custGeom>
          <a:gradFill>
            <a:gsLst>
              <a:gs pos="35992">
                <a:srgbClr val="B62121"/>
              </a:gs>
              <a:gs pos="11000">
                <a:srgbClr val="EC5F27"/>
              </a:gs>
              <a:gs pos="57000">
                <a:srgbClr val="470000"/>
              </a:gs>
              <a:gs pos="31000">
                <a:srgbClr val="D02929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2AEA332-4B4B-6F3D-B23B-4E5959CD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10" y="2486826"/>
            <a:ext cx="3871689" cy="461473"/>
          </a:xfrm>
        </p:spPr>
        <p:txBody>
          <a:bodyPr anchor="b" anchorCtr="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D61876B-53A8-FF40-6E1D-D8574209F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8910" y="3053459"/>
            <a:ext cx="3871689" cy="2031289"/>
          </a:xfrm>
        </p:spPr>
        <p:txBody>
          <a:bodyPr anchor="t" anchorCtr="0">
            <a:normAutofit/>
          </a:bodyPr>
          <a:lstStyle>
            <a:lvl1pPr marL="0" indent="0">
              <a:lnSpc>
                <a:spcPts val="4200"/>
              </a:lnSpc>
              <a:buNone/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39A30CE-2A69-3701-741D-27A577845D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9405" y="5082673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4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– Pre populat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walking with luggage&#10;&#10;AI-generated content may be incorrect.">
            <a:extLst>
              <a:ext uri="{FF2B5EF4-FFF2-40B4-BE49-F238E27FC236}">
                <a16:creationId xmlns:a16="http://schemas.microsoft.com/office/drawing/2014/main" id="{4C3E36EB-CB09-9FB6-D151-AFFF89C521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206" cy="6858000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ACE7FA5B-8B09-4C80-E0D5-54460A9FEE12}"/>
              </a:ext>
            </a:extLst>
          </p:cNvPr>
          <p:cNvSpPr/>
          <p:nvPr userDrawn="1"/>
        </p:nvSpPr>
        <p:spPr>
          <a:xfrm>
            <a:off x="286642" y="1265129"/>
            <a:ext cx="4803732" cy="4803732"/>
          </a:xfrm>
          <a:custGeom>
            <a:avLst/>
            <a:gdLst>
              <a:gd name="connsiteX0" fmla="*/ 2401866 w 4803732"/>
              <a:gd name="connsiteY0" fmla="*/ 0 h 4803732"/>
              <a:gd name="connsiteX1" fmla="*/ 4791331 w 4803732"/>
              <a:gd name="connsiteY1" fmla="*/ 2156289 h 4803732"/>
              <a:gd name="connsiteX2" fmla="*/ 4792386 w 4803732"/>
              <a:gd name="connsiteY2" fmla="*/ 2177170 h 4803732"/>
              <a:gd name="connsiteX3" fmla="*/ 4799827 w 4803732"/>
              <a:gd name="connsiteY3" fmla="*/ 2225930 h 4803732"/>
              <a:gd name="connsiteX4" fmla="*/ 4803732 w 4803732"/>
              <a:gd name="connsiteY4" fmla="*/ 2303256 h 4803732"/>
              <a:gd name="connsiteX5" fmla="*/ 4803732 w 4803732"/>
              <a:gd name="connsiteY5" fmla="*/ 2401866 h 4803732"/>
              <a:gd name="connsiteX6" fmla="*/ 4803732 w 4803732"/>
              <a:gd name="connsiteY6" fmla="*/ 4047440 h 4803732"/>
              <a:gd name="connsiteX7" fmla="*/ 4047440 w 4803732"/>
              <a:gd name="connsiteY7" fmla="*/ 4803732 h 4803732"/>
              <a:gd name="connsiteX8" fmla="*/ 2459832 w 4803732"/>
              <a:gd name="connsiteY8" fmla="*/ 4803732 h 4803732"/>
              <a:gd name="connsiteX9" fmla="*/ 2430849 w 4803732"/>
              <a:gd name="connsiteY9" fmla="*/ 4802269 h 4803732"/>
              <a:gd name="connsiteX10" fmla="*/ 2401866 w 4803732"/>
              <a:gd name="connsiteY10" fmla="*/ 4803732 h 4803732"/>
              <a:gd name="connsiteX11" fmla="*/ 0 w 4803732"/>
              <a:gd name="connsiteY11" fmla="*/ 2401866 h 4803732"/>
              <a:gd name="connsiteX12" fmla="*/ 2401866 w 4803732"/>
              <a:gd name="connsiteY12" fmla="*/ 0 h 480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03732" h="4803732">
                <a:moveTo>
                  <a:pt x="2401866" y="0"/>
                </a:moveTo>
                <a:cubicBezTo>
                  <a:pt x="3645473" y="0"/>
                  <a:pt x="4668332" y="945134"/>
                  <a:pt x="4791331" y="2156289"/>
                </a:cubicBezTo>
                <a:lnTo>
                  <a:pt x="4792386" y="2177170"/>
                </a:lnTo>
                <a:lnTo>
                  <a:pt x="4799827" y="2225930"/>
                </a:lnTo>
                <a:cubicBezTo>
                  <a:pt x="4802409" y="2251354"/>
                  <a:pt x="4803732" y="2277151"/>
                  <a:pt x="4803732" y="2303256"/>
                </a:cubicBezTo>
                <a:lnTo>
                  <a:pt x="4803732" y="2401866"/>
                </a:lnTo>
                <a:lnTo>
                  <a:pt x="4803732" y="4047440"/>
                </a:lnTo>
                <a:cubicBezTo>
                  <a:pt x="4803732" y="4465129"/>
                  <a:pt x="4465129" y="4803732"/>
                  <a:pt x="4047440" y="4803732"/>
                </a:cubicBezTo>
                <a:lnTo>
                  <a:pt x="2459832" y="4803732"/>
                </a:lnTo>
                <a:lnTo>
                  <a:pt x="2430849" y="4802269"/>
                </a:lnTo>
                <a:lnTo>
                  <a:pt x="2401866" y="4803732"/>
                </a:lnTo>
                <a:cubicBezTo>
                  <a:pt x="1075352" y="4803732"/>
                  <a:pt x="0" y="3728380"/>
                  <a:pt x="0" y="2401866"/>
                </a:cubicBezTo>
                <a:cubicBezTo>
                  <a:pt x="0" y="1075352"/>
                  <a:pt x="1075352" y="0"/>
                  <a:pt x="2401866" y="0"/>
                </a:cubicBezTo>
                <a:close/>
              </a:path>
            </a:pathLst>
          </a:custGeom>
          <a:gradFill>
            <a:gsLst>
              <a:gs pos="35992">
                <a:srgbClr val="B62121"/>
              </a:gs>
              <a:gs pos="11000">
                <a:srgbClr val="EC5F27"/>
              </a:gs>
              <a:gs pos="57000">
                <a:srgbClr val="470000"/>
              </a:gs>
              <a:gs pos="31000">
                <a:srgbClr val="D02929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1FC7807-7EF8-1C28-C844-14CC1820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10" y="2486826"/>
            <a:ext cx="3871689" cy="461473"/>
          </a:xfrm>
        </p:spPr>
        <p:txBody>
          <a:bodyPr anchor="b" anchorCtr="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4DD6710-24C5-0310-EE26-4BE74E196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8910" y="3053459"/>
            <a:ext cx="3871689" cy="2031289"/>
          </a:xfrm>
        </p:spPr>
        <p:txBody>
          <a:bodyPr anchor="t" anchorCtr="0">
            <a:normAutofit/>
          </a:bodyPr>
          <a:lstStyle>
            <a:lvl1pPr marL="0" indent="0">
              <a:lnSpc>
                <a:spcPts val="4200"/>
              </a:lnSpc>
              <a:buNone/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4954003-5F7F-1B45-77E8-12845FC5B9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9405" y="5082673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536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– Pre populate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people on escalators&#10;&#10;AI-generated content may be incorrect.">
            <a:extLst>
              <a:ext uri="{FF2B5EF4-FFF2-40B4-BE49-F238E27FC236}">
                <a16:creationId xmlns:a16="http://schemas.microsoft.com/office/drawing/2014/main" id="{7C63A3C1-8093-55DA-5432-CAD4E33DA3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79680" y="0"/>
            <a:ext cx="12351360" cy="6858001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9EDC487-69A8-2592-4DBF-297EF639F4AF}"/>
              </a:ext>
            </a:extLst>
          </p:cNvPr>
          <p:cNvSpPr/>
          <p:nvPr userDrawn="1"/>
        </p:nvSpPr>
        <p:spPr>
          <a:xfrm>
            <a:off x="286642" y="1265129"/>
            <a:ext cx="4803732" cy="4803732"/>
          </a:xfrm>
          <a:custGeom>
            <a:avLst/>
            <a:gdLst>
              <a:gd name="connsiteX0" fmla="*/ 2401866 w 4803732"/>
              <a:gd name="connsiteY0" fmla="*/ 0 h 4803732"/>
              <a:gd name="connsiteX1" fmla="*/ 4791331 w 4803732"/>
              <a:gd name="connsiteY1" fmla="*/ 2156289 h 4803732"/>
              <a:gd name="connsiteX2" fmla="*/ 4792386 w 4803732"/>
              <a:gd name="connsiteY2" fmla="*/ 2177170 h 4803732"/>
              <a:gd name="connsiteX3" fmla="*/ 4799827 w 4803732"/>
              <a:gd name="connsiteY3" fmla="*/ 2225930 h 4803732"/>
              <a:gd name="connsiteX4" fmla="*/ 4803732 w 4803732"/>
              <a:gd name="connsiteY4" fmla="*/ 2303256 h 4803732"/>
              <a:gd name="connsiteX5" fmla="*/ 4803732 w 4803732"/>
              <a:gd name="connsiteY5" fmla="*/ 2401866 h 4803732"/>
              <a:gd name="connsiteX6" fmla="*/ 4803732 w 4803732"/>
              <a:gd name="connsiteY6" fmla="*/ 4047440 h 4803732"/>
              <a:gd name="connsiteX7" fmla="*/ 4047440 w 4803732"/>
              <a:gd name="connsiteY7" fmla="*/ 4803732 h 4803732"/>
              <a:gd name="connsiteX8" fmla="*/ 2459832 w 4803732"/>
              <a:gd name="connsiteY8" fmla="*/ 4803732 h 4803732"/>
              <a:gd name="connsiteX9" fmla="*/ 2430849 w 4803732"/>
              <a:gd name="connsiteY9" fmla="*/ 4802269 h 4803732"/>
              <a:gd name="connsiteX10" fmla="*/ 2401866 w 4803732"/>
              <a:gd name="connsiteY10" fmla="*/ 4803732 h 4803732"/>
              <a:gd name="connsiteX11" fmla="*/ 0 w 4803732"/>
              <a:gd name="connsiteY11" fmla="*/ 2401866 h 4803732"/>
              <a:gd name="connsiteX12" fmla="*/ 2401866 w 4803732"/>
              <a:gd name="connsiteY12" fmla="*/ 0 h 480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03732" h="4803732">
                <a:moveTo>
                  <a:pt x="2401866" y="0"/>
                </a:moveTo>
                <a:cubicBezTo>
                  <a:pt x="3645473" y="0"/>
                  <a:pt x="4668332" y="945134"/>
                  <a:pt x="4791331" y="2156289"/>
                </a:cubicBezTo>
                <a:lnTo>
                  <a:pt x="4792386" y="2177170"/>
                </a:lnTo>
                <a:lnTo>
                  <a:pt x="4799827" y="2225930"/>
                </a:lnTo>
                <a:cubicBezTo>
                  <a:pt x="4802409" y="2251354"/>
                  <a:pt x="4803732" y="2277151"/>
                  <a:pt x="4803732" y="2303256"/>
                </a:cubicBezTo>
                <a:lnTo>
                  <a:pt x="4803732" y="2401866"/>
                </a:lnTo>
                <a:lnTo>
                  <a:pt x="4803732" y="4047440"/>
                </a:lnTo>
                <a:cubicBezTo>
                  <a:pt x="4803732" y="4465129"/>
                  <a:pt x="4465129" y="4803732"/>
                  <a:pt x="4047440" y="4803732"/>
                </a:cubicBezTo>
                <a:lnTo>
                  <a:pt x="2459832" y="4803732"/>
                </a:lnTo>
                <a:lnTo>
                  <a:pt x="2430849" y="4802269"/>
                </a:lnTo>
                <a:lnTo>
                  <a:pt x="2401866" y="4803732"/>
                </a:lnTo>
                <a:cubicBezTo>
                  <a:pt x="1075352" y="4803732"/>
                  <a:pt x="0" y="3728380"/>
                  <a:pt x="0" y="2401866"/>
                </a:cubicBezTo>
                <a:cubicBezTo>
                  <a:pt x="0" y="1075352"/>
                  <a:pt x="1075352" y="0"/>
                  <a:pt x="2401866" y="0"/>
                </a:cubicBezTo>
                <a:close/>
              </a:path>
            </a:pathLst>
          </a:custGeom>
          <a:gradFill>
            <a:gsLst>
              <a:gs pos="35992">
                <a:srgbClr val="B62121"/>
              </a:gs>
              <a:gs pos="11000">
                <a:srgbClr val="EC5F27"/>
              </a:gs>
              <a:gs pos="57000">
                <a:srgbClr val="470000"/>
              </a:gs>
              <a:gs pos="31000">
                <a:srgbClr val="D02929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8711F3F-B234-CF3A-B783-B28082EA9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10" y="2486826"/>
            <a:ext cx="3871689" cy="461473"/>
          </a:xfrm>
        </p:spPr>
        <p:txBody>
          <a:bodyPr anchor="b" anchorCtr="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E899F88-2D9A-2F56-B7FD-0481A9500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8910" y="3053459"/>
            <a:ext cx="3871689" cy="2031289"/>
          </a:xfrm>
        </p:spPr>
        <p:txBody>
          <a:bodyPr anchor="t" anchorCtr="0">
            <a:normAutofit/>
          </a:bodyPr>
          <a:lstStyle>
            <a:lvl1pPr marL="0" indent="0">
              <a:lnSpc>
                <a:spcPts val="4200"/>
              </a:lnSpc>
              <a:buNone/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12036B-6AF2-36E4-B3E9-5CD07E4A8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9405" y="5082673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989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landscape –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8" y="365126"/>
            <a:ext cx="3599419" cy="446482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24D0FF8-A37C-A3F8-8B3D-40ACA9724D61}"/>
              </a:ext>
            </a:extLst>
          </p:cNvPr>
          <p:cNvSpPr>
            <a:spLocks noGrp="1" noChangeAspect="1"/>
          </p:cNvSpPr>
          <p:nvPr>
            <p:ph idx="19" hasCustomPrompt="1"/>
          </p:nvPr>
        </p:nvSpPr>
        <p:spPr>
          <a:xfrm>
            <a:off x="4457530" y="322395"/>
            <a:ext cx="7389202" cy="4110875"/>
          </a:xfrm>
          <a:prstGeom prst="roundRect">
            <a:avLst>
              <a:gd name="adj" fmla="val 1207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case study image here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7EC13DF-BDA1-6CEE-0775-10E6579BA109}"/>
              </a:ext>
            </a:extLst>
          </p:cNvPr>
          <p:cNvSpPr/>
          <p:nvPr userDrawn="1"/>
        </p:nvSpPr>
        <p:spPr>
          <a:xfrm>
            <a:off x="4457530" y="4476000"/>
            <a:ext cx="7389202" cy="1712076"/>
          </a:xfrm>
          <a:prstGeom prst="roundRect">
            <a:avLst>
              <a:gd name="adj" fmla="val 3266"/>
            </a:avLst>
          </a:prstGeom>
          <a:solidFill>
            <a:srgbClr val="47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98D966-F222-6F34-381A-9F223D76CFD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721028" y="4780800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120000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1F9260-26C9-56C8-106A-6D3245BC8D45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096759" y="4780800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120000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E42FD6A-CB21-E5B1-64D2-A0E9F737305D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481035" y="4780800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120000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AA5A6F0-7AE3-ABD5-0212-3C7B89B24AE6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715093" y="5448121"/>
            <a:ext cx="2124153" cy="631210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E299833-69BA-A0AB-C408-B617C93AF167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7090824" y="5448121"/>
            <a:ext cx="2124153" cy="631210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250FE75-8F79-03E9-1A09-2AFE004D7A33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466555" y="5448121"/>
            <a:ext cx="2124153" cy="631210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3ABA3-D5D8-66AD-2E30-D3EDF3E4D73E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452851" y="4885840"/>
            <a:ext cx="2561936" cy="1057759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client logo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66E764-108D-5B5C-4A20-BCFC6C4A79B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5369" y="2039973"/>
            <a:ext cx="3599418" cy="274307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3F118B8-6CE5-9BBB-0166-60FFC460B68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5369" y="914400"/>
            <a:ext cx="3599419" cy="1044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600"/>
              </a:lnSpc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6497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landscape –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8" y="365126"/>
            <a:ext cx="3599419" cy="446482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24D0FF8-A37C-A3F8-8B3D-40ACA9724D61}"/>
              </a:ext>
            </a:extLst>
          </p:cNvPr>
          <p:cNvSpPr>
            <a:spLocks noGrp="1" noChangeAspect="1"/>
          </p:cNvSpPr>
          <p:nvPr>
            <p:ph idx="19" hasCustomPrompt="1"/>
          </p:nvPr>
        </p:nvSpPr>
        <p:spPr>
          <a:xfrm>
            <a:off x="7140281" y="322396"/>
            <a:ext cx="4645490" cy="2584451"/>
          </a:xfrm>
          <a:prstGeom prst="roundRect">
            <a:avLst>
              <a:gd name="adj" fmla="val 1207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case study image here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7EC13DF-BDA1-6CEE-0775-10E6579BA109}"/>
              </a:ext>
            </a:extLst>
          </p:cNvPr>
          <p:cNvSpPr/>
          <p:nvPr userDrawn="1"/>
        </p:nvSpPr>
        <p:spPr>
          <a:xfrm>
            <a:off x="7131129" y="2977650"/>
            <a:ext cx="4654642" cy="3162302"/>
          </a:xfrm>
          <a:prstGeom prst="roundRect">
            <a:avLst>
              <a:gd name="adj" fmla="val 3266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98D966-F222-6F34-381A-9F223D76CFD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21304" y="4783737"/>
            <a:ext cx="2004928" cy="497616"/>
          </a:xfrm>
        </p:spPr>
        <p:txBody>
          <a:bodyPr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120000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1F9260-26C9-56C8-106A-6D3245BC8D45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608597" y="4783737"/>
            <a:ext cx="2004928" cy="497616"/>
          </a:xfrm>
        </p:spPr>
        <p:txBody>
          <a:bodyPr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120000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E42FD6A-CB21-E5B1-64D2-A0E9F737305D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812432" y="4783737"/>
            <a:ext cx="2004928" cy="497616"/>
          </a:xfrm>
        </p:spPr>
        <p:txBody>
          <a:bodyPr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120000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AA5A6F0-7AE3-ABD5-0212-3C7B89B24AE6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1200" y="5370446"/>
            <a:ext cx="2004928" cy="439200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E299833-69BA-A0AB-C408-B617C93AF167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2610000" y="5370446"/>
            <a:ext cx="2004928" cy="440192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250FE75-8F79-03E9-1A09-2AFE004D7A33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4813200" y="5370446"/>
            <a:ext cx="2004928" cy="440192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3ABA3-D5D8-66AD-2E30-D3EDF3E4D73E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4968240" y="331922"/>
            <a:ext cx="1849119" cy="1437501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client logo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66E764-108D-5B5C-4A20-BCFC6C4A79B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5370" y="1987548"/>
            <a:ext cx="3096000" cy="2584452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3F118B8-6CE5-9BBB-0166-60FFC460B68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5369" y="914400"/>
            <a:ext cx="4397063" cy="855023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600"/>
              </a:lnSpc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F69635-5105-1460-0DD8-9217DEA6F686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3712354" y="1987548"/>
            <a:ext cx="3096000" cy="2584452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28BF0A-D0DF-05F5-59F9-38CB2A0DC7CD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7279705" y="3117088"/>
            <a:ext cx="4320000" cy="2694432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790069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landscape –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8" y="365126"/>
            <a:ext cx="3599419" cy="446482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24D0FF8-A37C-A3F8-8B3D-40ACA9724D61}"/>
              </a:ext>
            </a:extLst>
          </p:cNvPr>
          <p:cNvSpPr>
            <a:spLocks noGrp="1" noChangeAspect="1"/>
          </p:cNvSpPr>
          <p:nvPr>
            <p:ph idx="19" hasCustomPrompt="1"/>
          </p:nvPr>
        </p:nvSpPr>
        <p:spPr>
          <a:xfrm>
            <a:off x="4457530" y="322395"/>
            <a:ext cx="7389202" cy="4110875"/>
          </a:xfrm>
          <a:prstGeom prst="roundRect">
            <a:avLst>
              <a:gd name="adj" fmla="val 1207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case study image here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7EC13DF-BDA1-6CEE-0775-10E6579BA109}"/>
              </a:ext>
            </a:extLst>
          </p:cNvPr>
          <p:cNvSpPr/>
          <p:nvPr userDrawn="1"/>
        </p:nvSpPr>
        <p:spPr>
          <a:xfrm>
            <a:off x="4457530" y="4476000"/>
            <a:ext cx="7389202" cy="1712076"/>
          </a:xfrm>
          <a:prstGeom prst="roundRect">
            <a:avLst>
              <a:gd name="adj" fmla="val 3266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98D966-F222-6F34-381A-9F223D76CFD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721028" y="4780800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120000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1F9260-26C9-56C8-106A-6D3245BC8D45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096759" y="4780800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120000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E42FD6A-CB21-E5B1-64D2-A0E9F737305D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481035" y="4780800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120000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AA5A6F0-7AE3-ABD5-0212-3C7B89B24AE6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715093" y="5440976"/>
            <a:ext cx="2124153" cy="631211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E299833-69BA-A0AB-C408-B617C93AF167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7090824" y="5440976"/>
            <a:ext cx="2124153" cy="631211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250FE75-8F79-03E9-1A09-2AFE004D7A33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466555" y="5440976"/>
            <a:ext cx="2124153" cy="631211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3ABA3-D5D8-66AD-2E30-D3EDF3E4D73E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452851" y="4965351"/>
            <a:ext cx="2561936" cy="1106836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client logo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66E764-108D-5B5C-4A20-BCFC6C4A79B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5369" y="2119483"/>
            <a:ext cx="3599418" cy="274307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3F118B8-6CE5-9BBB-0166-60FFC460B68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5369" y="914400"/>
            <a:ext cx="3599419" cy="1044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600"/>
              </a:lnSpc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91222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3 fac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0E631-73DA-471E-2333-FB6501D35E6C}"/>
              </a:ext>
            </a:extLst>
          </p:cNvPr>
          <p:cNvSpPr/>
          <p:nvPr userDrawn="1"/>
        </p:nvSpPr>
        <p:spPr>
          <a:xfrm>
            <a:off x="1287780" y="6278880"/>
            <a:ext cx="10690860" cy="411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CE9E5-026C-6F7C-1327-9EB56A19A802}"/>
              </a:ext>
            </a:extLst>
          </p:cNvPr>
          <p:cNvSpPr/>
          <p:nvPr userDrawn="1"/>
        </p:nvSpPr>
        <p:spPr>
          <a:xfrm>
            <a:off x="8994843" y="167640"/>
            <a:ext cx="3197157" cy="6459167"/>
          </a:xfrm>
          <a:prstGeom prst="rect">
            <a:avLst/>
          </a:prstGeom>
          <a:solidFill>
            <a:srgbClr val="47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8882E9D3-5E91-257B-E82C-FD30A7A07A0D}"/>
              </a:ext>
            </a:extLst>
          </p:cNvPr>
          <p:cNvSpPr>
            <a:spLocks noGrp="1" noChangeAspect="1"/>
          </p:cNvSpPr>
          <p:nvPr>
            <p:ph idx="19" hasCustomPrompt="1"/>
          </p:nvPr>
        </p:nvSpPr>
        <p:spPr>
          <a:xfrm>
            <a:off x="4019861" y="-59268"/>
            <a:ext cx="8236991" cy="6984460"/>
          </a:xfrm>
          <a:custGeom>
            <a:avLst/>
            <a:gdLst>
              <a:gd name="connsiteX0" fmla="*/ 5486793 w 8120259"/>
              <a:gd name="connsiteY0" fmla="*/ 542323 h 6971490"/>
              <a:gd name="connsiteX1" fmla="*/ 5412822 w 8120259"/>
              <a:gd name="connsiteY1" fmla="*/ 616294 h 6971490"/>
              <a:gd name="connsiteX2" fmla="*/ 5412822 w 8120259"/>
              <a:gd name="connsiteY2" fmla="*/ 6189498 h 6971490"/>
              <a:gd name="connsiteX3" fmla="*/ 5486793 w 8120259"/>
              <a:gd name="connsiteY3" fmla="*/ 6263469 h 6971490"/>
              <a:gd name="connsiteX4" fmla="*/ 7705914 w 8120259"/>
              <a:gd name="connsiteY4" fmla="*/ 6263469 h 6971490"/>
              <a:gd name="connsiteX5" fmla="*/ 7779885 w 8120259"/>
              <a:gd name="connsiteY5" fmla="*/ 6189498 h 6971490"/>
              <a:gd name="connsiteX6" fmla="*/ 7779885 w 8120259"/>
              <a:gd name="connsiteY6" fmla="*/ 616294 h 6971490"/>
              <a:gd name="connsiteX7" fmla="*/ 7705914 w 8120259"/>
              <a:gd name="connsiteY7" fmla="*/ 542323 h 6971490"/>
              <a:gd name="connsiteX8" fmla="*/ 0 w 8120259"/>
              <a:gd name="connsiteY8" fmla="*/ 0 h 6971490"/>
              <a:gd name="connsiteX9" fmla="*/ 8120259 w 8120259"/>
              <a:gd name="connsiteY9" fmla="*/ 0 h 6971490"/>
              <a:gd name="connsiteX10" fmla="*/ 8120259 w 8120259"/>
              <a:gd name="connsiteY10" fmla="*/ 6971490 h 6971490"/>
              <a:gd name="connsiteX11" fmla="*/ 0 w 8120259"/>
              <a:gd name="connsiteY11" fmla="*/ 6971490 h 6971490"/>
              <a:gd name="connsiteX0" fmla="*/ 5486793 w 8230506"/>
              <a:gd name="connsiteY0" fmla="*/ 542323 h 6971490"/>
              <a:gd name="connsiteX1" fmla="*/ 5412822 w 8230506"/>
              <a:gd name="connsiteY1" fmla="*/ 616294 h 6971490"/>
              <a:gd name="connsiteX2" fmla="*/ 5412822 w 8230506"/>
              <a:gd name="connsiteY2" fmla="*/ 6189498 h 6971490"/>
              <a:gd name="connsiteX3" fmla="*/ 5486793 w 8230506"/>
              <a:gd name="connsiteY3" fmla="*/ 6263469 h 6971490"/>
              <a:gd name="connsiteX4" fmla="*/ 7705914 w 8230506"/>
              <a:gd name="connsiteY4" fmla="*/ 6263469 h 6971490"/>
              <a:gd name="connsiteX5" fmla="*/ 7779885 w 8230506"/>
              <a:gd name="connsiteY5" fmla="*/ 6189498 h 6971490"/>
              <a:gd name="connsiteX6" fmla="*/ 7779885 w 8230506"/>
              <a:gd name="connsiteY6" fmla="*/ 616294 h 6971490"/>
              <a:gd name="connsiteX7" fmla="*/ 7705914 w 8230506"/>
              <a:gd name="connsiteY7" fmla="*/ 542323 h 6971490"/>
              <a:gd name="connsiteX8" fmla="*/ 5486793 w 8230506"/>
              <a:gd name="connsiteY8" fmla="*/ 542323 h 6971490"/>
              <a:gd name="connsiteX9" fmla="*/ 0 w 8230506"/>
              <a:gd name="connsiteY9" fmla="*/ 0 h 6971490"/>
              <a:gd name="connsiteX10" fmla="*/ 8230506 w 8230506"/>
              <a:gd name="connsiteY10" fmla="*/ 6485 h 6971490"/>
              <a:gd name="connsiteX11" fmla="*/ 8120259 w 8230506"/>
              <a:gd name="connsiteY11" fmla="*/ 6971490 h 6971490"/>
              <a:gd name="connsiteX12" fmla="*/ 0 w 8230506"/>
              <a:gd name="connsiteY12" fmla="*/ 6971490 h 6971490"/>
              <a:gd name="connsiteX13" fmla="*/ 0 w 8230506"/>
              <a:gd name="connsiteY13" fmla="*/ 0 h 6971490"/>
              <a:gd name="connsiteX0" fmla="*/ 5486793 w 8236991"/>
              <a:gd name="connsiteY0" fmla="*/ 542323 h 6984460"/>
              <a:gd name="connsiteX1" fmla="*/ 5412822 w 8236991"/>
              <a:gd name="connsiteY1" fmla="*/ 616294 h 6984460"/>
              <a:gd name="connsiteX2" fmla="*/ 5412822 w 8236991"/>
              <a:gd name="connsiteY2" fmla="*/ 6189498 h 6984460"/>
              <a:gd name="connsiteX3" fmla="*/ 5486793 w 8236991"/>
              <a:gd name="connsiteY3" fmla="*/ 6263469 h 6984460"/>
              <a:gd name="connsiteX4" fmla="*/ 7705914 w 8236991"/>
              <a:gd name="connsiteY4" fmla="*/ 6263469 h 6984460"/>
              <a:gd name="connsiteX5" fmla="*/ 7779885 w 8236991"/>
              <a:gd name="connsiteY5" fmla="*/ 6189498 h 6984460"/>
              <a:gd name="connsiteX6" fmla="*/ 7779885 w 8236991"/>
              <a:gd name="connsiteY6" fmla="*/ 616294 h 6984460"/>
              <a:gd name="connsiteX7" fmla="*/ 7705914 w 8236991"/>
              <a:gd name="connsiteY7" fmla="*/ 542323 h 6984460"/>
              <a:gd name="connsiteX8" fmla="*/ 5486793 w 8236991"/>
              <a:gd name="connsiteY8" fmla="*/ 542323 h 6984460"/>
              <a:gd name="connsiteX9" fmla="*/ 0 w 8236991"/>
              <a:gd name="connsiteY9" fmla="*/ 0 h 6984460"/>
              <a:gd name="connsiteX10" fmla="*/ 8230506 w 8236991"/>
              <a:gd name="connsiteY10" fmla="*/ 6485 h 6984460"/>
              <a:gd name="connsiteX11" fmla="*/ 8236991 w 8236991"/>
              <a:gd name="connsiteY11" fmla="*/ 6984460 h 6984460"/>
              <a:gd name="connsiteX12" fmla="*/ 0 w 8236991"/>
              <a:gd name="connsiteY12" fmla="*/ 6971490 h 6984460"/>
              <a:gd name="connsiteX13" fmla="*/ 0 w 8236991"/>
              <a:gd name="connsiteY13" fmla="*/ 0 h 698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236991" h="6984460">
                <a:moveTo>
                  <a:pt x="5486793" y="542323"/>
                </a:moveTo>
                <a:cubicBezTo>
                  <a:pt x="5445940" y="542323"/>
                  <a:pt x="5412822" y="575441"/>
                  <a:pt x="5412822" y="616294"/>
                </a:cubicBezTo>
                <a:lnTo>
                  <a:pt x="5412822" y="6189498"/>
                </a:lnTo>
                <a:cubicBezTo>
                  <a:pt x="5412822" y="6230351"/>
                  <a:pt x="5445940" y="6263469"/>
                  <a:pt x="5486793" y="6263469"/>
                </a:cubicBezTo>
                <a:lnTo>
                  <a:pt x="7705914" y="6263469"/>
                </a:lnTo>
                <a:cubicBezTo>
                  <a:pt x="7746767" y="6263469"/>
                  <a:pt x="7779885" y="6230351"/>
                  <a:pt x="7779885" y="6189498"/>
                </a:cubicBezTo>
                <a:lnTo>
                  <a:pt x="7779885" y="616294"/>
                </a:lnTo>
                <a:cubicBezTo>
                  <a:pt x="7779885" y="575441"/>
                  <a:pt x="7746767" y="542323"/>
                  <a:pt x="7705914" y="542323"/>
                </a:cubicBezTo>
                <a:lnTo>
                  <a:pt x="5486793" y="542323"/>
                </a:lnTo>
                <a:close/>
                <a:moveTo>
                  <a:pt x="0" y="0"/>
                </a:moveTo>
                <a:lnTo>
                  <a:pt x="8230506" y="6485"/>
                </a:lnTo>
                <a:cubicBezTo>
                  <a:pt x="8232668" y="2332477"/>
                  <a:pt x="8234829" y="4658468"/>
                  <a:pt x="8236991" y="6984460"/>
                </a:cubicBezTo>
                <a:lnTo>
                  <a:pt x="0" y="697149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case study image here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98D966-F222-6F34-381A-9F223D76CFD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547652" y="894036"/>
            <a:ext cx="2124153" cy="828282"/>
          </a:xfrm>
        </p:spPr>
        <p:txBody>
          <a:bodyPr anchor="b" anchorCtr="0"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1F9260-26C9-56C8-106A-6D3245BC8D45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549340" y="2460841"/>
            <a:ext cx="2124153" cy="826879"/>
          </a:xfrm>
        </p:spPr>
        <p:txBody>
          <a:bodyPr anchor="b" anchorCtr="0"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E42FD6A-CB21-E5B1-64D2-A0E9F737305D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557885" y="4018911"/>
            <a:ext cx="2124153" cy="828281"/>
          </a:xfrm>
        </p:spPr>
        <p:txBody>
          <a:bodyPr anchor="b" anchorCtr="0">
            <a:noAutofit/>
          </a:bodyPr>
          <a:lstStyle>
            <a:lvl1pPr marL="0" indent="0" fontAlgn="ctr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AA5A6F0-7AE3-ABD5-0212-3C7B89B24AE6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9548202" y="1735622"/>
            <a:ext cx="2124153" cy="577404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E299833-69BA-A0AB-C408-B617C93AF167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9551951" y="3298651"/>
            <a:ext cx="2124153" cy="577404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250FE75-8F79-03E9-1A09-2AFE004D7A33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554012" y="4866981"/>
            <a:ext cx="2124153" cy="577404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1196069-72D8-1FAA-362C-6C155F53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9" y="365126"/>
            <a:ext cx="3414952" cy="446482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5CA7F8-0BB2-4829-CEB7-B46DDBB35A1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5369" y="2119483"/>
            <a:ext cx="3414952" cy="274307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7BB186B-4B47-6517-CF70-6D14F112041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5369" y="914401"/>
            <a:ext cx="3414953" cy="1044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600"/>
              </a:lnSpc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DC708C0-17E8-C99A-ED21-2457D40F6FAE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478943" y="4965351"/>
            <a:ext cx="2351377" cy="1222724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client logo here</a:t>
            </a:r>
          </a:p>
        </p:txBody>
      </p:sp>
    </p:spTree>
    <p:extLst>
      <p:ext uri="{BB962C8B-B14F-4D97-AF65-F5344CB8AC3E}">
        <p14:creationId xmlns:p14="http://schemas.microsoft.com/office/powerpoint/2010/main" val="791921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4 Fac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A01745-50B1-3F88-084B-96E651454147}"/>
              </a:ext>
            </a:extLst>
          </p:cNvPr>
          <p:cNvSpPr/>
          <p:nvPr userDrawn="1"/>
        </p:nvSpPr>
        <p:spPr>
          <a:xfrm>
            <a:off x="1287780" y="6278880"/>
            <a:ext cx="10690860" cy="411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CE9E5-026C-6F7C-1327-9EB56A19A802}"/>
              </a:ext>
            </a:extLst>
          </p:cNvPr>
          <p:cNvSpPr/>
          <p:nvPr userDrawn="1"/>
        </p:nvSpPr>
        <p:spPr>
          <a:xfrm>
            <a:off x="8994843" y="104420"/>
            <a:ext cx="3197157" cy="6459167"/>
          </a:xfrm>
          <a:prstGeom prst="rect">
            <a:avLst/>
          </a:prstGeom>
          <a:solidFill>
            <a:srgbClr val="47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8882E9D3-5E91-257B-E82C-FD30A7A07A0D}"/>
              </a:ext>
            </a:extLst>
          </p:cNvPr>
          <p:cNvSpPr>
            <a:spLocks noGrp="1" noChangeAspect="1"/>
          </p:cNvSpPr>
          <p:nvPr>
            <p:ph idx="19" hasCustomPrompt="1"/>
          </p:nvPr>
        </p:nvSpPr>
        <p:spPr>
          <a:xfrm>
            <a:off x="4012241" y="-63230"/>
            <a:ext cx="8236991" cy="6984460"/>
          </a:xfrm>
          <a:custGeom>
            <a:avLst/>
            <a:gdLst>
              <a:gd name="connsiteX0" fmla="*/ 5486793 w 8120259"/>
              <a:gd name="connsiteY0" fmla="*/ 542323 h 6971490"/>
              <a:gd name="connsiteX1" fmla="*/ 5412822 w 8120259"/>
              <a:gd name="connsiteY1" fmla="*/ 616294 h 6971490"/>
              <a:gd name="connsiteX2" fmla="*/ 5412822 w 8120259"/>
              <a:gd name="connsiteY2" fmla="*/ 6189498 h 6971490"/>
              <a:gd name="connsiteX3" fmla="*/ 5486793 w 8120259"/>
              <a:gd name="connsiteY3" fmla="*/ 6263469 h 6971490"/>
              <a:gd name="connsiteX4" fmla="*/ 7705914 w 8120259"/>
              <a:gd name="connsiteY4" fmla="*/ 6263469 h 6971490"/>
              <a:gd name="connsiteX5" fmla="*/ 7779885 w 8120259"/>
              <a:gd name="connsiteY5" fmla="*/ 6189498 h 6971490"/>
              <a:gd name="connsiteX6" fmla="*/ 7779885 w 8120259"/>
              <a:gd name="connsiteY6" fmla="*/ 616294 h 6971490"/>
              <a:gd name="connsiteX7" fmla="*/ 7705914 w 8120259"/>
              <a:gd name="connsiteY7" fmla="*/ 542323 h 6971490"/>
              <a:gd name="connsiteX8" fmla="*/ 0 w 8120259"/>
              <a:gd name="connsiteY8" fmla="*/ 0 h 6971490"/>
              <a:gd name="connsiteX9" fmla="*/ 8120259 w 8120259"/>
              <a:gd name="connsiteY9" fmla="*/ 0 h 6971490"/>
              <a:gd name="connsiteX10" fmla="*/ 8120259 w 8120259"/>
              <a:gd name="connsiteY10" fmla="*/ 6971490 h 6971490"/>
              <a:gd name="connsiteX11" fmla="*/ 0 w 8120259"/>
              <a:gd name="connsiteY11" fmla="*/ 6971490 h 6971490"/>
              <a:gd name="connsiteX0" fmla="*/ 5486793 w 8230506"/>
              <a:gd name="connsiteY0" fmla="*/ 542323 h 6971490"/>
              <a:gd name="connsiteX1" fmla="*/ 5412822 w 8230506"/>
              <a:gd name="connsiteY1" fmla="*/ 616294 h 6971490"/>
              <a:gd name="connsiteX2" fmla="*/ 5412822 w 8230506"/>
              <a:gd name="connsiteY2" fmla="*/ 6189498 h 6971490"/>
              <a:gd name="connsiteX3" fmla="*/ 5486793 w 8230506"/>
              <a:gd name="connsiteY3" fmla="*/ 6263469 h 6971490"/>
              <a:gd name="connsiteX4" fmla="*/ 7705914 w 8230506"/>
              <a:gd name="connsiteY4" fmla="*/ 6263469 h 6971490"/>
              <a:gd name="connsiteX5" fmla="*/ 7779885 w 8230506"/>
              <a:gd name="connsiteY5" fmla="*/ 6189498 h 6971490"/>
              <a:gd name="connsiteX6" fmla="*/ 7779885 w 8230506"/>
              <a:gd name="connsiteY6" fmla="*/ 616294 h 6971490"/>
              <a:gd name="connsiteX7" fmla="*/ 7705914 w 8230506"/>
              <a:gd name="connsiteY7" fmla="*/ 542323 h 6971490"/>
              <a:gd name="connsiteX8" fmla="*/ 5486793 w 8230506"/>
              <a:gd name="connsiteY8" fmla="*/ 542323 h 6971490"/>
              <a:gd name="connsiteX9" fmla="*/ 0 w 8230506"/>
              <a:gd name="connsiteY9" fmla="*/ 0 h 6971490"/>
              <a:gd name="connsiteX10" fmla="*/ 8230506 w 8230506"/>
              <a:gd name="connsiteY10" fmla="*/ 6485 h 6971490"/>
              <a:gd name="connsiteX11" fmla="*/ 8120259 w 8230506"/>
              <a:gd name="connsiteY11" fmla="*/ 6971490 h 6971490"/>
              <a:gd name="connsiteX12" fmla="*/ 0 w 8230506"/>
              <a:gd name="connsiteY12" fmla="*/ 6971490 h 6971490"/>
              <a:gd name="connsiteX13" fmla="*/ 0 w 8230506"/>
              <a:gd name="connsiteY13" fmla="*/ 0 h 6971490"/>
              <a:gd name="connsiteX0" fmla="*/ 5486793 w 8236991"/>
              <a:gd name="connsiteY0" fmla="*/ 542323 h 6984460"/>
              <a:gd name="connsiteX1" fmla="*/ 5412822 w 8236991"/>
              <a:gd name="connsiteY1" fmla="*/ 616294 h 6984460"/>
              <a:gd name="connsiteX2" fmla="*/ 5412822 w 8236991"/>
              <a:gd name="connsiteY2" fmla="*/ 6189498 h 6984460"/>
              <a:gd name="connsiteX3" fmla="*/ 5486793 w 8236991"/>
              <a:gd name="connsiteY3" fmla="*/ 6263469 h 6984460"/>
              <a:gd name="connsiteX4" fmla="*/ 7705914 w 8236991"/>
              <a:gd name="connsiteY4" fmla="*/ 6263469 h 6984460"/>
              <a:gd name="connsiteX5" fmla="*/ 7779885 w 8236991"/>
              <a:gd name="connsiteY5" fmla="*/ 6189498 h 6984460"/>
              <a:gd name="connsiteX6" fmla="*/ 7779885 w 8236991"/>
              <a:gd name="connsiteY6" fmla="*/ 616294 h 6984460"/>
              <a:gd name="connsiteX7" fmla="*/ 7705914 w 8236991"/>
              <a:gd name="connsiteY7" fmla="*/ 542323 h 6984460"/>
              <a:gd name="connsiteX8" fmla="*/ 5486793 w 8236991"/>
              <a:gd name="connsiteY8" fmla="*/ 542323 h 6984460"/>
              <a:gd name="connsiteX9" fmla="*/ 0 w 8236991"/>
              <a:gd name="connsiteY9" fmla="*/ 0 h 6984460"/>
              <a:gd name="connsiteX10" fmla="*/ 8230506 w 8236991"/>
              <a:gd name="connsiteY10" fmla="*/ 6485 h 6984460"/>
              <a:gd name="connsiteX11" fmla="*/ 8236991 w 8236991"/>
              <a:gd name="connsiteY11" fmla="*/ 6984460 h 6984460"/>
              <a:gd name="connsiteX12" fmla="*/ 0 w 8236991"/>
              <a:gd name="connsiteY12" fmla="*/ 6971490 h 6984460"/>
              <a:gd name="connsiteX13" fmla="*/ 0 w 8236991"/>
              <a:gd name="connsiteY13" fmla="*/ 0 h 698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236991" h="6984460">
                <a:moveTo>
                  <a:pt x="5486793" y="542323"/>
                </a:moveTo>
                <a:cubicBezTo>
                  <a:pt x="5445940" y="542323"/>
                  <a:pt x="5412822" y="575441"/>
                  <a:pt x="5412822" y="616294"/>
                </a:cubicBezTo>
                <a:lnTo>
                  <a:pt x="5412822" y="6189498"/>
                </a:lnTo>
                <a:cubicBezTo>
                  <a:pt x="5412822" y="6230351"/>
                  <a:pt x="5445940" y="6263469"/>
                  <a:pt x="5486793" y="6263469"/>
                </a:cubicBezTo>
                <a:lnTo>
                  <a:pt x="7705914" y="6263469"/>
                </a:lnTo>
                <a:cubicBezTo>
                  <a:pt x="7746767" y="6263469"/>
                  <a:pt x="7779885" y="6230351"/>
                  <a:pt x="7779885" y="6189498"/>
                </a:cubicBezTo>
                <a:lnTo>
                  <a:pt x="7779885" y="616294"/>
                </a:lnTo>
                <a:cubicBezTo>
                  <a:pt x="7779885" y="575441"/>
                  <a:pt x="7746767" y="542323"/>
                  <a:pt x="7705914" y="542323"/>
                </a:cubicBezTo>
                <a:lnTo>
                  <a:pt x="5486793" y="542323"/>
                </a:lnTo>
                <a:close/>
                <a:moveTo>
                  <a:pt x="0" y="0"/>
                </a:moveTo>
                <a:lnTo>
                  <a:pt x="8230506" y="6485"/>
                </a:lnTo>
                <a:cubicBezTo>
                  <a:pt x="8232668" y="2332477"/>
                  <a:pt x="8234829" y="4658468"/>
                  <a:pt x="8236991" y="6984460"/>
                </a:cubicBezTo>
                <a:lnTo>
                  <a:pt x="0" y="697149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case study image here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98D966-F222-6F34-381A-9F223D76CFD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547652" y="658321"/>
            <a:ext cx="2124153" cy="646055"/>
          </a:xfrm>
        </p:spPr>
        <p:txBody>
          <a:bodyPr anchor="b" anchorCtr="0"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1F9260-26C9-56C8-106A-6D3245BC8D45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549340" y="2029651"/>
            <a:ext cx="2124153" cy="644961"/>
          </a:xfrm>
        </p:spPr>
        <p:txBody>
          <a:bodyPr anchor="b" anchorCtr="0"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E42FD6A-CB21-E5B1-64D2-A0E9F737305D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557885" y="3389027"/>
            <a:ext cx="2124153" cy="646054"/>
          </a:xfrm>
        </p:spPr>
        <p:txBody>
          <a:bodyPr anchor="b" anchorCtr="0">
            <a:noAutofit/>
          </a:bodyPr>
          <a:lstStyle>
            <a:lvl1pPr marL="0" indent="0" fontAlgn="ctr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AA5A6F0-7AE3-ABD5-0212-3C7B89B24AE6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9548202" y="1291741"/>
            <a:ext cx="2124153" cy="577404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E299833-69BA-A0AB-C408-B617C93AF167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9551951" y="2659603"/>
            <a:ext cx="2124153" cy="577404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250FE75-8F79-03E9-1A09-2AFE004D7A33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554012" y="4035415"/>
            <a:ext cx="2124153" cy="577404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5CCE-26DE-7984-E022-08BCF0266E3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9557885" y="4757385"/>
            <a:ext cx="2124153" cy="646054"/>
          </a:xfrm>
        </p:spPr>
        <p:txBody>
          <a:bodyPr anchor="b" anchorCtr="0">
            <a:noAutofit/>
          </a:bodyPr>
          <a:lstStyle>
            <a:lvl1pPr marL="0" indent="0" fontAlgn="ctr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6111C8-2806-94AD-EB1D-48D52467290F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554012" y="5403773"/>
            <a:ext cx="2124153" cy="577404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0C1E52-0DF2-B7FA-7A12-BDCC2465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9" y="365126"/>
            <a:ext cx="3384472" cy="446482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7BCC23E-2013-CA2E-BAD0-2601AA503F26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287779" y="4965351"/>
            <a:ext cx="2512061" cy="1222724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client logo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DAD1AD-24D6-BE92-EF92-8A0C7379A33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5369" y="2119483"/>
            <a:ext cx="3414952" cy="274307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95E510-EF29-7A96-7C24-575293495D6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5369" y="914401"/>
            <a:ext cx="3414953" cy="1044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600"/>
              </a:lnSpc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43051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3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1907B5-AA32-2DDE-6B67-91B7BED9908C}"/>
              </a:ext>
            </a:extLst>
          </p:cNvPr>
          <p:cNvSpPr/>
          <p:nvPr userDrawn="1"/>
        </p:nvSpPr>
        <p:spPr>
          <a:xfrm>
            <a:off x="1287780" y="6278880"/>
            <a:ext cx="10690860" cy="411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CE9E5-026C-6F7C-1327-9EB56A19A802}"/>
              </a:ext>
            </a:extLst>
          </p:cNvPr>
          <p:cNvSpPr/>
          <p:nvPr userDrawn="1"/>
        </p:nvSpPr>
        <p:spPr>
          <a:xfrm>
            <a:off x="8994843" y="97276"/>
            <a:ext cx="3197157" cy="6459167"/>
          </a:xfrm>
          <a:prstGeom prst="rect">
            <a:avLst/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8882E9D3-5E91-257B-E82C-FD30A7A07A0D}"/>
              </a:ext>
            </a:extLst>
          </p:cNvPr>
          <p:cNvSpPr>
            <a:spLocks noGrp="1" noChangeAspect="1"/>
          </p:cNvSpPr>
          <p:nvPr>
            <p:ph idx="19" hasCustomPrompt="1"/>
          </p:nvPr>
        </p:nvSpPr>
        <p:spPr>
          <a:xfrm>
            <a:off x="4019861" y="-63230"/>
            <a:ext cx="8236991" cy="6984460"/>
          </a:xfrm>
          <a:custGeom>
            <a:avLst/>
            <a:gdLst>
              <a:gd name="connsiteX0" fmla="*/ 5486793 w 8120259"/>
              <a:gd name="connsiteY0" fmla="*/ 542323 h 6971490"/>
              <a:gd name="connsiteX1" fmla="*/ 5412822 w 8120259"/>
              <a:gd name="connsiteY1" fmla="*/ 616294 h 6971490"/>
              <a:gd name="connsiteX2" fmla="*/ 5412822 w 8120259"/>
              <a:gd name="connsiteY2" fmla="*/ 6189498 h 6971490"/>
              <a:gd name="connsiteX3" fmla="*/ 5486793 w 8120259"/>
              <a:gd name="connsiteY3" fmla="*/ 6263469 h 6971490"/>
              <a:gd name="connsiteX4" fmla="*/ 7705914 w 8120259"/>
              <a:gd name="connsiteY4" fmla="*/ 6263469 h 6971490"/>
              <a:gd name="connsiteX5" fmla="*/ 7779885 w 8120259"/>
              <a:gd name="connsiteY5" fmla="*/ 6189498 h 6971490"/>
              <a:gd name="connsiteX6" fmla="*/ 7779885 w 8120259"/>
              <a:gd name="connsiteY6" fmla="*/ 616294 h 6971490"/>
              <a:gd name="connsiteX7" fmla="*/ 7705914 w 8120259"/>
              <a:gd name="connsiteY7" fmla="*/ 542323 h 6971490"/>
              <a:gd name="connsiteX8" fmla="*/ 0 w 8120259"/>
              <a:gd name="connsiteY8" fmla="*/ 0 h 6971490"/>
              <a:gd name="connsiteX9" fmla="*/ 8120259 w 8120259"/>
              <a:gd name="connsiteY9" fmla="*/ 0 h 6971490"/>
              <a:gd name="connsiteX10" fmla="*/ 8120259 w 8120259"/>
              <a:gd name="connsiteY10" fmla="*/ 6971490 h 6971490"/>
              <a:gd name="connsiteX11" fmla="*/ 0 w 8120259"/>
              <a:gd name="connsiteY11" fmla="*/ 6971490 h 6971490"/>
              <a:gd name="connsiteX0" fmla="*/ 5486793 w 8230506"/>
              <a:gd name="connsiteY0" fmla="*/ 542323 h 6971490"/>
              <a:gd name="connsiteX1" fmla="*/ 5412822 w 8230506"/>
              <a:gd name="connsiteY1" fmla="*/ 616294 h 6971490"/>
              <a:gd name="connsiteX2" fmla="*/ 5412822 w 8230506"/>
              <a:gd name="connsiteY2" fmla="*/ 6189498 h 6971490"/>
              <a:gd name="connsiteX3" fmla="*/ 5486793 w 8230506"/>
              <a:gd name="connsiteY3" fmla="*/ 6263469 h 6971490"/>
              <a:gd name="connsiteX4" fmla="*/ 7705914 w 8230506"/>
              <a:gd name="connsiteY4" fmla="*/ 6263469 h 6971490"/>
              <a:gd name="connsiteX5" fmla="*/ 7779885 w 8230506"/>
              <a:gd name="connsiteY5" fmla="*/ 6189498 h 6971490"/>
              <a:gd name="connsiteX6" fmla="*/ 7779885 w 8230506"/>
              <a:gd name="connsiteY6" fmla="*/ 616294 h 6971490"/>
              <a:gd name="connsiteX7" fmla="*/ 7705914 w 8230506"/>
              <a:gd name="connsiteY7" fmla="*/ 542323 h 6971490"/>
              <a:gd name="connsiteX8" fmla="*/ 5486793 w 8230506"/>
              <a:gd name="connsiteY8" fmla="*/ 542323 h 6971490"/>
              <a:gd name="connsiteX9" fmla="*/ 0 w 8230506"/>
              <a:gd name="connsiteY9" fmla="*/ 0 h 6971490"/>
              <a:gd name="connsiteX10" fmla="*/ 8230506 w 8230506"/>
              <a:gd name="connsiteY10" fmla="*/ 6485 h 6971490"/>
              <a:gd name="connsiteX11" fmla="*/ 8120259 w 8230506"/>
              <a:gd name="connsiteY11" fmla="*/ 6971490 h 6971490"/>
              <a:gd name="connsiteX12" fmla="*/ 0 w 8230506"/>
              <a:gd name="connsiteY12" fmla="*/ 6971490 h 6971490"/>
              <a:gd name="connsiteX13" fmla="*/ 0 w 8230506"/>
              <a:gd name="connsiteY13" fmla="*/ 0 h 6971490"/>
              <a:gd name="connsiteX0" fmla="*/ 5486793 w 8236991"/>
              <a:gd name="connsiteY0" fmla="*/ 542323 h 6984460"/>
              <a:gd name="connsiteX1" fmla="*/ 5412822 w 8236991"/>
              <a:gd name="connsiteY1" fmla="*/ 616294 h 6984460"/>
              <a:gd name="connsiteX2" fmla="*/ 5412822 w 8236991"/>
              <a:gd name="connsiteY2" fmla="*/ 6189498 h 6984460"/>
              <a:gd name="connsiteX3" fmla="*/ 5486793 w 8236991"/>
              <a:gd name="connsiteY3" fmla="*/ 6263469 h 6984460"/>
              <a:gd name="connsiteX4" fmla="*/ 7705914 w 8236991"/>
              <a:gd name="connsiteY4" fmla="*/ 6263469 h 6984460"/>
              <a:gd name="connsiteX5" fmla="*/ 7779885 w 8236991"/>
              <a:gd name="connsiteY5" fmla="*/ 6189498 h 6984460"/>
              <a:gd name="connsiteX6" fmla="*/ 7779885 w 8236991"/>
              <a:gd name="connsiteY6" fmla="*/ 616294 h 6984460"/>
              <a:gd name="connsiteX7" fmla="*/ 7705914 w 8236991"/>
              <a:gd name="connsiteY7" fmla="*/ 542323 h 6984460"/>
              <a:gd name="connsiteX8" fmla="*/ 5486793 w 8236991"/>
              <a:gd name="connsiteY8" fmla="*/ 542323 h 6984460"/>
              <a:gd name="connsiteX9" fmla="*/ 0 w 8236991"/>
              <a:gd name="connsiteY9" fmla="*/ 0 h 6984460"/>
              <a:gd name="connsiteX10" fmla="*/ 8230506 w 8236991"/>
              <a:gd name="connsiteY10" fmla="*/ 6485 h 6984460"/>
              <a:gd name="connsiteX11" fmla="*/ 8236991 w 8236991"/>
              <a:gd name="connsiteY11" fmla="*/ 6984460 h 6984460"/>
              <a:gd name="connsiteX12" fmla="*/ 0 w 8236991"/>
              <a:gd name="connsiteY12" fmla="*/ 6971490 h 6984460"/>
              <a:gd name="connsiteX13" fmla="*/ 0 w 8236991"/>
              <a:gd name="connsiteY13" fmla="*/ 0 h 698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236991" h="6984460">
                <a:moveTo>
                  <a:pt x="5486793" y="542323"/>
                </a:moveTo>
                <a:cubicBezTo>
                  <a:pt x="5445940" y="542323"/>
                  <a:pt x="5412822" y="575441"/>
                  <a:pt x="5412822" y="616294"/>
                </a:cubicBezTo>
                <a:lnTo>
                  <a:pt x="5412822" y="6189498"/>
                </a:lnTo>
                <a:cubicBezTo>
                  <a:pt x="5412822" y="6230351"/>
                  <a:pt x="5445940" y="6263469"/>
                  <a:pt x="5486793" y="6263469"/>
                </a:cubicBezTo>
                <a:lnTo>
                  <a:pt x="7705914" y="6263469"/>
                </a:lnTo>
                <a:cubicBezTo>
                  <a:pt x="7746767" y="6263469"/>
                  <a:pt x="7779885" y="6230351"/>
                  <a:pt x="7779885" y="6189498"/>
                </a:cubicBezTo>
                <a:lnTo>
                  <a:pt x="7779885" y="616294"/>
                </a:lnTo>
                <a:cubicBezTo>
                  <a:pt x="7779885" y="575441"/>
                  <a:pt x="7746767" y="542323"/>
                  <a:pt x="7705914" y="542323"/>
                </a:cubicBezTo>
                <a:lnTo>
                  <a:pt x="5486793" y="542323"/>
                </a:lnTo>
                <a:close/>
                <a:moveTo>
                  <a:pt x="0" y="0"/>
                </a:moveTo>
                <a:lnTo>
                  <a:pt x="8230506" y="6485"/>
                </a:lnTo>
                <a:cubicBezTo>
                  <a:pt x="8232668" y="2332477"/>
                  <a:pt x="8234829" y="4658468"/>
                  <a:pt x="8236991" y="6984460"/>
                </a:cubicBezTo>
                <a:lnTo>
                  <a:pt x="0" y="697149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case study image here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98D966-F222-6F34-381A-9F223D76CFD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547652" y="894036"/>
            <a:ext cx="2124153" cy="828282"/>
          </a:xfrm>
        </p:spPr>
        <p:txBody>
          <a:bodyPr anchor="b" anchorCtr="0"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1F9260-26C9-56C8-106A-6D3245BC8D45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549340" y="2460841"/>
            <a:ext cx="2124153" cy="826879"/>
          </a:xfrm>
        </p:spPr>
        <p:txBody>
          <a:bodyPr anchor="b" anchorCtr="0"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E42FD6A-CB21-E5B1-64D2-A0E9F737305D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557885" y="4018911"/>
            <a:ext cx="2124153" cy="828281"/>
          </a:xfrm>
        </p:spPr>
        <p:txBody>
          <a:bodyPr anchor="b" anchorCtr="0">
            <a:noAutofit/>
          </a:bodyPr>
          <a:lstStyle>
            <a:lvl1pPr marL="0" indent="0" fontAlgn="ctr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AA5A6F0-7AE3-ABD5-0212-3C7B89B24AE6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9548202" y="1735622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E299833-69BA-A0AB-C408-B617C93AF167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9551951" y="3298651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250FE75-8F79-03E9-1A09-2AFE004D7A33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554012" y="4866981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8039BE3-E6AD-3FB6-00E5-03EADECF4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9" y="365126"/>
            <a:ext cx="3404792" cy="446482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F89583E-D619-DD79-A272-7EFA979E28A0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287779" y="4965351"/>
            <a:ext cx="2532381" cy="1222724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client logo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FD0F94A-66F6-4935-08BD-6EBB4BF7A33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5369" y="2119483"/>
            <a:ext cx="3414952" cy="274307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F5C751-9D3B-5801-1B75-2205B79B4D8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5369" y="914401"/>
            <a:ext cx="3414953" cy="1044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600"/>
              </a:lnSpc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77327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4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2E789B-8B31-2ED4-4C34-909A1AB85623}"/>
              </a:ext>
            </a:extLst>
          </p:cNvPr>
          <p:cNvSpPr/>
          <p:nvPr userDrawn="1"/>
        </p:nvSpPr>
        <p:spPr>
          <a:xfrm>
            <a:off x="1287780" y="6278880"/>
            <a:ext cx="10690860" cy="411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CE9E5-026C-6F7C-1327-9EB56A19A802}"/>
              </a:ext>
            </a:extLst>
          </p:cNvPr>
          <p:cNvSpPr/>
          <p:nvPr userDrawn="1"/>
        </p:nvSpPr>
        <p:spPr>
          <a:xfrm>
            <a:off x="8994843" y="97276"/>
            <a:ext cx="3197157" cy="6459167"/>
          </a:xfrm>
          <a:prstGeom prst="rect">
            <a:avLst/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8882E9D3-5E91-257B-E82C-FD30A7A07A0D}"/>
              </a:ext>
            </a:extLst>
          </p:cNvPr>
          <p:cNvSpPr>
            <a:spLocks noGrp="1" noChangeAspect="1"/>
          </p:cNvSpPr>
          <p:nvPr>
            <p:ph idx="19" hasCustomPrompt="1"/>
          </p:nvPr>
        </p:nvSpPr>
        <p:spPr>
          <a:xfrm>
            <a:off x="4019861" y="-63230"/>
            <a:ext cx="8236991" cy="6984460"/>
          </a:xfrm>
          <a:custGeom>
            <a:avLst/>
            <a:gdLst>
              <a:gd name="connsiteX0" fmla="*/ 5486793 w 8120259"/>
              <a:gd name="connsiteY0" fmla="*/ 542323 h 6971490"/>
              <a:gd name="connsiteX1" fmla="*/ 5412822 w 8120259"/>
              <a:gd name="connsiteY1" fmla="*/ 616294 h 6971490"/>
              <a:gd name="connsiteX2" fmla="*/ 5412822 w 8120259"/>
              <a:gd name="connsiteY2" fmla="*/ 6189498 h 6971490"/>
              <a:gd name="connsiteX3" fmla="*/ 5486793 w 8120259"/>
              <a:gd name="connsiteY3" fmla="*/ 6263469 h 6971490"/>
              <a:gd name="connsiteX4" fmla="*/ 7705914 w 8120259"/>
              <a:gd name="connsiteY4" fmla="*/ 6263469 h 6971490"/>
              <a:gd name="connsiteX5" fmla="*/ 7779885 w 8120259"/>
              <a:gd name="connsiteY5" fmla="*/ 6189498 h 6971490"/>
              <a:gd name="connsiteX6" fmla="*/ 7779885 w 8120259"/>
              <a:gd name="connsiteY6" fmla="*/ 616294 h 6971490"/>
              <a:gd name="connsiteX7" fmla="*/ 7705914 w 8120259"/>
              <a:gd name="connsiteY7" fmla="*/ 542323 h 6971490"/>
              <a:gd name="connsiteX8" fmla="*/ 0 w 8120259"/>
              <a:gd name="connsiteY8" fmla="*/ 0 h 6971490"/>
              <a:gd name="connsiteX9" fmla="*/ 8120259 w 8120259"/>
              <a:gd name="connsiteY9" fmla="*/ 0 h 6971490"/>
              <a:gd name="connsiteX10" fmla="*/ 8120259 w 8120259"/>
              <a:gd name="connsiteY10" fmla="*/ 6971490 h 6971490"/>
              <a:gd name="connsiteX11" fmla="*/ 0 w 8120259"/>
              <a:gd name="connsiteY11" fmla="*/ 6971490 h 6971490"/>
              <a:gd name="connsiteX0" fmla="*/ 5486793 w 8230506"/>
              <a:gd name="connsiteY0" fmla="*/ 542323 h 6971490"/>
              <a:gd name="connsiteX1" fmla="*/ 5412822 w 8230506"/>
              <a:gd name="connsiteY1" fmla="*/ 616294 h 6971490"/>
              <a:gd name="connsiteX2" fmla="*/ 5412822 w 8230506"/>
              <a:gd name="connsiteY2" fmla="*/ 6189498 h 6971490"/>
              <a:gd name="connsiteX3" fmla="*/ 5486793 w 8230506"/>
              <a:gd name="connsiteY3" fmla="*/ 6263469 h 6971490"/>
              <a:gd name="connsiteX4" fmla="*/ 7705914 w 8230506"/>
              <a:gd name="connsiteY4" fmla="*/ 6263469 h 6971490"/>
              <a:gd name="connsiteX5" fmla="*/ 7779885 w 8230506"/>
              <a:gd name="connsiteY5" fmla="*/ 6189498 h 6971490"/>
              <a:gd name="connsiteX6" fmla="*/ 7779885 w 8230506"/>
              <a:gd name="connsiteY6" fmla="*/ 616294 h 6971490"/>
              <a:gd name="connsiteX7" fmla="*/ 7705914 w 8230506"/>
              <a:gd name="connsiteY7" fmla="*/ 542323 h 6971490"/>
              <a:gd name="connsiteX8" fmla="*/ 5486793 w 8230506"/>
              <a:gd name="connsiteY8" fmla="*/ 542323 h 6971490"/>
              <a:gd name="connsiteX9" fmla="*/ 0 w 8230506"/>
              <a:gd name="connsiteY9" fmla="*/ 0 h 6971490"/>
              <a:gd name="connsiteX10" fmla="*/ 8230506 w 8230506"/>
              <a:gd name="connsiteY10" fmla="*/ 6485 h 6971490"/>
              <a:gd name="connsiteX11" fmla="*/ 8120259 w 8230506"/>
              <a:gd name="connsiteY11" fmla="*/ 6971490 h 6971490"/>
              <a:gd name="connsiteX12" fmla="*/ 0 w 8230506"/>
              <a:gd name="connsiteY12" fmla="*/ 6971490 h 6971490"/>
              <a:gd name="connsiteX13" fmla="*/ 0 w 8230506"/>
              <a:gd name="connsiteY13" fmla="*/ 0 h 6971490"/>
              <a:gd name="connsiteX0" fmla="*/ 5486793 w 8236991"/>
              <a:gd name="connsiteY0" fmla="*/ 542323 h 6984460"/>
              <a:gd name="connsiteX1" fmla="*/ 5412822 w 8236991"/>
              <a:gd name="connsiteY1" fmla="*/ 616294 h 6984460"/>
              <a:gd name="connsiteX2" fmla="*/ 5412822 w 8236991"/>
              <a:gd name="connsiteY2" fmla="*/ 6189498 h 6984460"/>
              <a:gd name="connsiteX3" fmla="*/ 5486793 w 8236991"/>
              <a:gd name="connsiteY3" fmla="*/ 6263469 h 6984460"/>
              <a:gd name="connsiteX4" fmla="*/ 7705914 w 8236991"/>
              <a:gd name="connsiteY4" fmla="*/ 6263469 h 6984460"/>
              <a:gd name="connsiteX5" fmla="*/ 7779885 w 8236991"/>
              <a:gd name="connsiteY5" fmla="*/ 6189498 h 6984460"/>
              <a:gd name="connsiteX6" fmla="*/ 7779885 w 8236991"/>
              <a:gd name="connsiteY6" fmla="*/ 616294 h 6984460"/>
              <a:gd name="connsiteX7" fmla="*/ 7705914 w 8236991"/>
              <a:gd name="connsiteY7" fmla="*/ 542323 h 6984460"/>
              <a:gd name="connsiteX8" fmla="*/ 5486793 w 8236991"/>
              <a:gd name="connsiteY8" fmla="*/ 542323 h 6984460"/>
              <a:gd name="connsiteX9" fmla="*/ 0 w 8236991"/>
              <a:gd name="connsiteY9" fmla="*/ 0 h 6984460"/>
              <a:gd name="connsiteX10" fmla="*/ 8230506 w 8236991"/>
              <a:gd name="connsiteY10" fmla="*/ 6485 h 6984460"/>
              <a:gd name="connsiteX11" fmla="*/ 8236991 w 8236991"/>
              <a:gd name="connsiteY11" fmla="*/ 6984460 h 6984460"/>
              <a:gd name="connsiteX12" fmla="*/ 0 w 8236991"/>
              <a:gd name="connsiteY12" fmla="*/ 6971490 h 6984460"/>
              <a:gd name="connsiteX13" fmla="*/ 0 w 8236991"/>
              <a:gd name="connsiteY13" fmla="*/ 0 h 698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236991" h="6984460">
                <a:moveTo>
                  <a:pt x="5486793" y="542323"/>
                </a:moveTo>
                <a:cubicBezTo>
                  <a:pt x="5445940" y="542323"/>
                  <a:pt x="5412822" y="575441"/>
                  <a:pt x="5412822" y="616294"/>
                </a:cubicBezTo>
                <a:lnTo>
                  <a:pt x="5412822" y="6189498"/>
                </a:lnTo>
                <a:cubicBezTo>
                  <a:pt x="5412822" y="6230351"/>
                  <a:pt x="5445940" y="6263469"/>
                  <a:pt x="5486793" y="6263469"/>
                </a:cubicBezTo>
                <a:lnTo>
                  <a:pt x="7705914" y="6263469"/>
                </a:lnTo>
                <a:cubicBezTo>
                  <a:pt x="7746767" y="6263469"/>
                  <a:pt x="7779885" y="6230351"/>
                  <a:pt x="7779885" y="6189498"/>
                </a:cubicBezTo>
                <a:lnTo>
                  <a:pt x="7779885" y="616294"/>
                </a:lnTo>
                <a:cubicBezTo>
                  <a:pt x="7779885" y="575441"/>
                  <a:pt x="7746767" y="542323"/>
                  <a:pt x="7705914" y="542323"/>
                </a:cubicBezTo>
                <a:lnTo>
                  <a:pt x="5486793" y="542323"/>
                </a:lnTo>
                <a:close/>
                <a:moveTo>
                  <a:pt x="0" y="0"/>
                </a:moveTo>
                <a:lnTo>
                  <a:pt x="8230506" y="6485"/>
                </a:lnTo>
                <a:cubicBezTo>
                  <a:pt x="8232668" y="2332477"/>
                  <a:pt x="8234829" y="4658468"/>
                  <a:pt x="8236991" y="6984460"/>
                </a:cubicBezTo>
                <a:lnTo>
                  <a:pt x="0" y="697149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case study image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441E2-E1D7-1FFE-E6C5-30832C23E022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547652" y="658321"/>
            <a:ext cx="2124153" cy="646055"/>
          </a:xfrm>
        </p:spPr>
        <p:txBody>
          <a:bodyPr anchor="b" anchorCtr="0"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5D9C6C-1B11-772B-8807-6E5DE43EFB7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549340" y="2029651"/>
            <a:ext cx="2124153" cy="644961"/>
          </a:xfrm>
        </p:spPr>
        <p:txBody>
          <a:bodyPr anchor="b" anchorCtr="0">
            <a:noAutofit/>
          </a:bodyPr>
          <a:lstStyle>
            <a:lvl1pPr marL="0" indent="0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D1C1A6-FAD0-12CA-9C1D-40817A74FD0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557885" y="3389027"/>
            <a:ext cx="2124153" cy="646054"/>
          </a:xfrm>
        </p:spPr>
        <p:txBody>
          <a:bodyPr anchor="b" anchorCtr="0">
            <a:noAutofit/>
          </a:bodyPr>
          <a:lstStyle>
            <a:lvl1pPr marL="0" indent="0" fontAlgn="ctr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63436E-F6E0-D159-7BCC-D249160EEC48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9548202" y="1291741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9C59037-3B37-6B70-4778-61DC3F5AD389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9551951" y="2659603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1951CA6-9DEA-848D-9A11-4ECF08C63220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554012" y="4035415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72DB3C0-9D69-79BB-1CA1-0E55EB391B80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9557885" y="4757385"/>
            <a:ext cx="2124153" cy="646054"/>
          </a:xfrm>
        </p:spPr>
        <p:txBody>
          <a:bodyPr anchor="b" anchorCtr="0">
            <a:noAutofit/>
          </a:bodyPr>
          <a:lstStyle>
            <a:lvl1pPr marL="0" indent="0" fontAlgn="ctr">
              <a:lnSpc>
                <a:spcPts val="5000"/>
              </a:lnSpc>
              <a:buNone/>
              <a:defRPr sz="5000" spc="-200" baseline="0">
                <a:gradFill>
                  <a:gsLst>
                    <a:gs pos="0">
                      <a:srgbClr val="EC5F27"/>
                    </a:gs>
                    <a:gs pos="100000">
                      <a:srgbClr val="D02929"/>
                    </a:gs>
                  </a:gsLst>
                  <a:lin ang="0" scaled="0"/>
                </a:gradFill>
              </a:defRPr>
            </a:lvl1pPr>
            <a:lvl2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470000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0000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19A15D9-AFFD-BE59-2879-B3AD823D0684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554012" y="5403773"/>
            <a:ext cx="2124153" cy="577404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None/>
              <a:defRPr sz="10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63FF534-1B4D-E707-A0D7-5BAB22B6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9" y="365126"/>
            <a:ext cx="3414952" cy="446482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88982C4-F308-4E21-4F36-E1B39CE08086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287779" y="4965351"/>
            <a:ext cx="2542541" cy="1222724"/>
          </a:xfr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ts val="144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44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Place client logo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DA199-0A4F-692C-9EDE-B7B2A3FD32E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5369" y="2119483"/>
            <a:ext cx="3414952" cy="274307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126653-EA57-7BBE-6439-5486F010BC1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5369" y="914401"/>
            <a:ext cx="3414953" cy="1044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600"/>
              </a:lnSpc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60092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830058-74FB-7A40-BF29-A717414D4D05}"/>
              </a:ext>
            </a:extLst>
          </p:cNvPr>
          <p:cNvSpPr/>
          <p:nvPr userDrawn="1"/>
        </p:nvSpPr>
        <p:spPr>
          <a:xfrm>
            <a:off x="0" y="0"/>
            <a:ext cx="12192000" cy="7018439"/>
          </a:xfrm>
          <a:prstGeom prst="rect">
            <a:avLst/>
          </a:prstGeom>
          <a:solidFill>
            <a:srgbClr val="191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57C0FC-0AF6-49E5-0401-E239B6C9CD18}"/>
              </a:ext>
            </a:extLst>
          </p:cNvPr>
          <p:cNvSpPr/>
          <p:nvPr userDrawn="1"/>
        </p:nvSpPr>
        <p:spPr>
          <a:xfrm>
            <a:off x="425103" y="1555751"/>
            <a:ext cx="5599561" cy="4236244"/>
          </a:xfrm>
          <a:prstGeom prst="roundRect">
            <a:avLst>
              <a:gd name="adj" fmla="val 3266"/>
            </a:avLst>
          </a:prstGeom>
          <a:gradFill>
            <a:gsLst>
              <a:gs pos="0">
                <a:srgbClr val="EC5F27"/>
              </a:gs>
              <a:gs pos="85000">
                <a:srgbClr val="470000"/>
              </a:gs>
              <a:gs pos="46000">
                <a:srgbClr val="D0292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13847E2-1758-57C7-1397-A84E82C6EF27}"/>
              </a:ext>
            </a:extLst>
          </p:cNvPr>
          <p:cNvSpPr/>
          <p:nvPr userDrawn="1"/>
        </p:nvSpPr>
        <p:spPr>
          <a:xfrm>
            <a:off x="6167338" y="1555751"/>
            <a:ext cx="5599558" cy="4236244"/>
          </a:xfrm>
          <a:prstGeom prst="roundRect">
            <a:avLst>
              <a:gd name="adj" fmla="val 3266"/>
            </a:avLst>
          </a:prstGeom>
          <a:gradFill>
            <a:gsLst>
              <a:gs pos="0">
                <a:srgbClr val="EC5F27"/>
              </a:gs>
              <a:gs pos="85000">
                <a:srgbClr val="470000"/>
              </a:gs>
              <a:gs pos="46000">
                <a:srgbClr val="D0292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6"/>
            <a:ext cx="5442296" cy="338510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9961" y="2535677"/>
            <a:ext cx="5297439" cy="322918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0944AE-BF2A-B441-29CE-4A8B1FA657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9961" y="1672445"/>
            <a:ext cx="5297439" cy="6840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24D0FF8-A37C-A3F8-8B3D-40ACA9724D6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331002" y="2536387"/>
            <a:ext cx="5291037" cy="3235357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DF698BE-29A1-EED0-92AC-7C17D9D0DB9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31002" y="1672444"/>
            <a:ext cx="5291039" cy="6840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7CB2EE-45D4-7BCD-C51B-83DFFFF8B982}"/>
              </a:ext>
            </a:extLst>
          </p:cNvPr>
          <p:cNvCxnSpPr>
            <a:cxnSpLocks/>
          </p:cNvCxnSpPr>
          <p:nvPr userDrawn="1"/>
        </p:nvCxnSpPr>
        <p:spPr>
          <a:xfrm>
            <a:off x="6331002" y="2488639"/>
            <a:ext cx="529977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446530-617B-6F84-260C-6815396661DF}"/>
              </a:ext>
            </a:extLst>
          </p:cNvPr>
          <p:cNvCxnSpPr>
            <a:cxnSpLocks/>
          </p:cNvCxnSpPr>
          <p:nvPr userDrawn="1"/>
        </p:nvCxnSpPr>
        <p:spPr>
          <a:xfrm>
            <a:off x="578713" y="2488639"/>
            <a:ext cx="529977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D0EAC-9ADD-5ACE-FB5E-2F5E03302EE0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5103" y="769851"/>
            <a:ext cx="8876060" cy="56836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CC1B8A7-E417-B9E9-351A-053E30D5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55354358-C4A2-6ED9-A512-DE03554D5BD8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19" name="bg object 16">
            <a:extLst>
              <a:ext uri="{FF2B5EF4-FFF2-40B4-BE49-F238E27FC236}">
                <a16:creationId xmlns:a16="http://schemas.microsoft.com/office/drawing/2014/main" id="{AB37C089-7F19-2AA6-CCA5-1614307F0637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C0B18E4-3C4D-C921-AB24-936D5ABA47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832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2EC9A3-B487-F70B-3CE5-4B5A54119CD1}"/>
              </a:ext>
            </a:extLst>
          </p:cNvPr>
          <p:cNvSpPr/>
          <p:nvPr userDrawn="1"/>
        </p:nvSpPr>
        <p:spPr>
          <a:xfrm>
            <a:off x="0" y="0"/>
            <a:ext cx="12192000" cy="7018439"/>
          </a:xfrm>
          <a:prstGeom prst="rect">
            <a:avLst/>
          </a:prstGeom>
          <a:solidFill>
            <a:srgbClr val="191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57C0FC-0AF6-49E5-0401-E239B6C9CD18}"/>
              </a:ext>
            </a:extLst>
          </p:cNvPr>
          <p:cNvSpPr/>
          <p:nvPr userDrawn="1"/>
        </p:nvSpPr>
        <p:spPr>
          <a:xfrm>
            <a:off x="425103" y="1555751"/>
            <a:ext cx="3680929" cy="4281962"/>
          </a:xfrm>
          <a:prstGeom prst="roundRect">
            <a:avLst>
              <a:gd name="adj" fmla="val 3266"/>
            </a:avLst>
          </a:prstGeom>
          <a:gradFill>
            <a:gsLst>
              <a:gs pos="0">
                <a:srgbClr val="EC5F27"/>
              </a:gs>
              <a:gs pos="85000">
                <a:srgbClr val="470000"/>
              </a:gs>
              <a:gs pos="46000">
                <a:srgbClr val="D0292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13847E2-1758-57C7-1397-A84E82C6EF27}"/>
              </a:ext>
            </a:extLst>
          </p:cNvPr>
          <p:cNvSpPr/>
          <p:nvPr userDrawn="1"/>
        </p:nvSpPr>
        <p:spPr>
          <a:xfrm>
            <a:off x="4276814" y="1555757"/>
            <a:ext cx="3659650" cy="4281962"/>
          </a:xfrm>
          <a:prstGeom prst="roundRect">
            <a:avLst>
              <a:gd name="adj" fmla="val 3266"/>
            </a:avLst>
          </a:prstGeom>
          <a:gradFill>
            <a:gsLst>
              <a:gs pos="0">
                <a:srgbClr val="EC5F27"/>
              </a:gs>
              <a:gs pos="85000">
                <a:srgbClr val="470000"/>
              </a:gs>
              <a:gs pos="46000">
                <a:srgbClr val="D0292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08E0A4-9C29-E6C7-9B64-CE319D794C49}"/>
              </a:ext>
            </a:extLst>
          </p:cNvPr>
          <p:cNvSpPr/>
          <p:nvPr userDrawn="1"/>
        </p:nvSpPr>
        <p:spPr>
          <a:xfrm>
            <a:off x="8107246" y="1555751"/>
            <a:ext cx="3659650" cy="4281962"/>
          </a:xfrm>
          <a:prstGeom prst="roundRect">
            <a:avLst>
              <a:gd name="adj" fmla="val 3266"/>
            </a:avLst>
          </a:prstGeom>
          <a:gradFill>
            <a:gsLst>
              <a:gs pos="0">
                <a:srgbClr val="EC5F27"/>
              </a:gs>
              <a:gs pos="85000">
                <a:srgbClr val="470000"/>
              </a:gs>
              <a:gs pos="46000">
                <a:srgbClr val="D0292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300611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9961" y="2557072"/>
            <a:ext cx="3382451" cy="3207788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0944AE-BF2A-B441-29CE-4A8B1FA657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9961" y="1620353"/>
            <a:ext cx="3382451" cy="73067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819754-D5B3-3BD1-91F0-B72E889818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245617" y="2557824"/>
            <a:ext cx="3382907" cy="3207035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59EF8D8-FC6C-42FE-6C28-423D83E462F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45618" y="1626144"/>
            <a:ext cx="3382908" cy="72527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24D0FF8-A37C-A3F8-8B3D-40ACA9724D6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424366" y="2557830"/>
            <a:ext cx="3351677" cy="3213920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DF698BE-29A1-EED0-92AC-7C17D9D0DB9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424367" y="1620356"/>
            <a:ext cx="3351678" cy="73066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5E70C7-D931-DEC3-9E0E-7B839F63852D}"/>
              </a:ext>
            </a:extLst>
          </p:cNvPr>
          <p:cNvCxnSpPr>
            <a:cxnSpLocks/>
          </p:cNvCxnSpPr>
          <p:nvPr userDrawn="1"/>
        </p:nvCxnSpPr>
        <p:spPr>
          <a:xfrm>
            <a:off x="563476" y="2495124"/>
            <a:ext cx="338893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CC7F3E-35F5-61FF-72C3-815339EA1441}"/>
              </a:ext>
            </a:extLst>
          </p:cNvPr>
          <p:cNvCxnSpPr>
            <a:cxnSpLocks/>
          </p:cNvCxnSpPr>
          <p:nvPr userDrawn="1"/>
        </p:nvCxnSpPr>
        <p:spPr>
          <a:xfrm>
            <a:off x="4409130" y="2495130"/>
            <a:ext cx="338893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4C6825-B2D8-EA8F-8D4B-870B58C1D840}"/>
              </a:ext>
            </a:extLst>
          </p:cNvPr>
          <p:cNvCxnSpPr>
            <a:cxnSpLocks/>
          </p:cNvCxnSpPr>
          <p:nvPr userDrawn="1"/>
        </p:nvCxnSpPr>
        <p:spPr>
          <a:xfrm>
            <a:off x="8241842" y="2495124"/>
            <a:ext cx="338893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06BFD4-8AA9-2D54-31B9-8678B354DF8F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5103" y="769851"/>
            <a:ext cx="8876060" cy="56836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70DDC22-51A4-DCD2-3C39-A4A0365E2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A663C655-1585-2343-C804-B0D03B4356D2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7" name="bg object 16">
            <a:extLst>
              <a:ext uri="{FF2B5EF4-FFF2-40B4-BE49-F238E27FC236}">
                <a16:creationId xmlns:a16="http://schemas.microsoft.com/office/drawing/2014/main" id="{1816268E-94AB-DDF8-861D-FCD5F1A6CDF9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44D629B-5731-F06F-F9E3-053C919322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142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tem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C33A06-25CD-DF96-DC77-8920E76A1BBC}"/>
              </a:ext>
            </a:extLst>
          </p:cNvPr>
          <p:cNvSpPr/>
          <p:nvPr userDrawn="1"/>
        </p:nvSpPr>
        <p:spPr>
          <a:xfrm>
            <a:off x="0" y="0"/>
            <a:ext cx="12192000" cy="7018439"/>
          </a:xfrm>
          <a:prstGeom prst="rect">
            <a:avLst/>
          </a:prstGeom>
          <a:solidFill>
            <a:srgbClr val="191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57C0FC-0AF6-49E5-0401-E239B6C9CD18}"/>
              </a:ext>
            </a:extLst>
          </p:cNvPr>
          <p:cNvSpPr/>
          <p:nvPr userDrawn="1"/>
        </p:nvSpPr>
        <p:spPr>
          <a:xfrm>
            <a:off x="425103" y="1555752"/>
            <a:ext cx="5621945" cy="2082290"/>
          </a:xfrm>
          <a:prstGeom prst="roundRect">
            <a:avLst>
              <a:gd name="adj" fmla="val 3266"/>
            </a:avLst>
          </a:prstGeom>
          <a:gradFill>
            <a:gsLst>
              <a:gs pos="0">
                <a:srgbClr val="EC5F27"/>
              </a:gs>
              <a:gs pos="85000">
                <a:srgbClr val="470000"/>
              </a:gs>
              <a:gs pos="40000">
                <a:srgbClr val="D02929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13847E2-1758-57C7-1397-A84E82C6EF27}"/>
              </a:ext>
            </a:extLst>
          </p:cNvPr>
          <p:cNvSpPr/>
          <p:nvPr userDrawn="1"/>
        </p:nvSpPr>
        <p:spPr>
          <a:xfrm>
            <a:off x="6133175" y="1555752"/>
            <a:ext cx="5621945" cy="2082290"/>
          </a:xfrm>
          <a:prstGeom prst="roundRect">
            <a:avLst>
              <a:gd name="adj" fmla="val 3266"/>
            </a:avLst>
          </a:prstGeom>
          <a:gradFill>
            <a:gsLst>
              <a:gs pos="0">
                <a:srgbClr val="EC5F27"/>
              </a:gs>
              <a:gs pos="85000">
                <a:srgbClr val="470000"/>
              </a:gs>
              <a:gs pos="40000">
                <a:srgbClr val="D02929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1186536-F22B-7706-9412-0C94B212AE8B}"/>
              </a:ext>
            </a:extLst>
          </p:cNvPr>
          <p:cNvSpPr/>
          <p:nvPr userDrawn="1"/>
        </p:nvSpPr>
        <p:spPr>
          <a:xfrm>
            <a:off x="6133175" y="3771760"/>
            <a:ext cx="5621945" cy="2056226"/>
          </a:xfrm>
          <a:prstGeom prst="roundRect">
            <a:avLst>
              <a:gd name="adj" fmla="val 3266"/>
            </a:avLst>
          </a:prstGeom>
          <a:gradFill>
            <a:gsLst>
              <a:gs pos="0">
                <a:srgbClr val="EC5F27"/>
              </a:gs>
              <a:gs pos="85000">
                <a:srgbClr val="470000"/>
              </a:gs>
              <a:gs pos="40000">
                <a:srgbClr val="D02929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08E0A4-9C29-E6C7-9B64-CE319D794C49}"/>
              </a:ext>
            </a:extLst>
          </p:cNvPr>
          <p:cNvSpPr/>
          <p:nvPr userDrawn="1"/>
        </p:nvSpPr>
        <p:spPr>
          <a:xfrm>
            <a:off x="425103" y="3771760"/>
            <a:ext cx="5621945" cy="2056226"/>
          </a:xfrm>
          <a:prstGeom prst="roundRect">
            <a:avLst>
              <a:gd name="adj" fmla="val 3266"/>
            </a:avLst>
          </a:prstGeom>
          <a:gradFill>
            <a:gsLst>
              <a:gs pos="0">
                <a:srgbClr val="EC5F27"/>
              </a:gs>
              <a:gs pos="85000">
                <a:srgbClr val="470000"/>
              </a:gs>
              <a:gs pos="40000">
                <a:srgbClr val="D02929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299893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476" y="2163673"/>
            <a:ext cx="5303924" cy="1409800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0944AE-BF2A-B441-29CE-4A8B1FA657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476" y="1664826"/>
            <a:ext cx="5303925" cy="3600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819754-D5B3-3BD1-91F0-B72E889818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476" y="4397945"/>
            <a:ext cx="5303924" cy="1353177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59EF8D8-FC6C-42FE-6C28-423D83E462F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63476" y="3852219"/>
            <a:ext cx="5303925" cy="3600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24D0FF8-A37C-A3F8-8B3D-40ACA9724D6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80728" y="2163673"/>
            <a:ext cx="5282217" cy="1409800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DF698BE-29A1-EED0-92AC-7C17D9D0DB9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80728" y="1664824"/>
            <a:ext cx="5282217" cy="3600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98D966-F222-6F34-381A-9F223D76CFD3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80728" y="4397945"/>
            <a:ext cx="5282217" cy="1353179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chemeClr val="bg1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3pPr>
            <a:lvl4pPr marL="0">
              <a:lnSpc>
                <a:spcPts val="16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9843435-099D-00F3-9CBF-F89E1D67F60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280728" y="3852220"/>
            <a:ext cx="5282216" cy="3600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319AF9-2B11-5405-5D5B-32CD7EAEFF3B}"/>
              </a:ext>
            </a:extLst>
          </p:cNvPr>
          <p:cNvCxnSpPr>
            <a:cxnSpLocks/>
          </p:cNvCxnSpPr>
          <p:nvPr userDrawn="1"/>
        </p:nvCxnSpPr>
        <p:spPr>
          <a:xfrm>
            <a:off x="563476" y="2125473"/>
            <a:ext cx="5303924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418E78-A6E5-FF70-253A-748931662D46}"/>
              </a:ext>
            </a:extLst>
          </p:cNvPr>
          <p:cNvCxnSpPr>
            <a:cxnSpLocks/>
          </p:cNvCxnSpPr>
          <p:nvPr userDrawn="1"/>
        </p:nvCxnSpPr>
        <p:spPr>
          <a:xfrm>
            <a:off x="563476" y="4343556"/>
            <a:ext cx="5303924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7B105C-7BAD-9F77-B9B7-D378ACD0AD99}"/>
              </a:ext>
            </a:extLst>
          </p:cNvPr>
          <p:cNvCxnSpPr>
            <a:cxnSpLocks/>
          </p:cNvCxnSpPr>
          <p:nvPr userDrawn="1"/>
        </p:nvCxnSpPr>
        <p:spPr>
          <a:xfrm>
            <a:off x="6270370" y="2125473"/>
            <a:ext cx="5303924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049769-C01F-BA4A-645B-B27E9EAB8FDA}"/>
              </a:ext>
            </a:extLst>
          </p:cNvPr>
          <p:cNvCxnSpPr>
            <a:cxnSpLocks/>
          </p:cNvCxnSpPr>
          <p:nvPr userDrawn="1"/>
        </p:nvCxnSpPr>
        <p:spPr>
          <a:xfrm>
            <a:off x="6270370" y="4343556"/>
            <a:ext cx="5303924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71C899C-05AB-1DD2-6D6F-1FCF3711B730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5103" y="769851"/>
            <a:ext cx="8876060" cy="56836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25CEB75-1C49-B049-2BF0-F8C0B6A0C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object 19">
            <a:extLst>
              <a:ext uri="{FF2B5EF4-FFF2-40B4-BE49-F238E27FC236}">
                <a16:creationId xmlns:a16="http://schemas.microsoft.com/office/drawing/2014/main" id="{4666C33D-5CE5-BB30-06E6-024B4F3B28A8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31" name="bg object 16">
            <a:extLst>
              <a:ext uri="{FF2B5EF4-FFF2-40B4-BE49-F238E27FC236}">
                <a16:creationId xmlns:a16="http://schemas.microsoft.com/office/drawing/2014/main" id="{71CCE87F-5149-8E2B-AB6A-F67FD0202A2B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7805FD0-E33D-5CE5-2FDE-2DEA6DD5BA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437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5F2-E52F-8FF1-8971-97E87AB8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6"/>
            <a:ext cx="5442296" cy="383020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8BF-6444-8CA8-912E-ECA32514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EB0B1-B22F-F395-D5F1-695DB9778F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104" y="1702753"/>
            <a:ext cx="11341791" cy="3990381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3FB7A0-76DF-EE6B-9E4E-E1EC0E780B82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5103" y="769851"/>
            <a:ext cx="8876060" cy="56836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8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92843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0AAE7-D3CC-8741-2933-25261126799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583708" cy="55972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AFEC4-89BD-0A02-51D3-E15AED7C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73CA3F-A9C3-72AF-73D3-06DCEFE08531}"/>
              </a:ext>
            </a:extLst>
          </p:cNvPr>
          <p:cNvSpPr txBox="1">
            <a:spLocks/>
          </p:cNvSpPr>
          <p:nvPr userDrawn="1"/>
        </p:nvSpPr>
        <p:spPr>
          <a:xfrm>
            <a:off x="425104" y="365125"/>
            <a:ext cx="4346921" cy="40380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0" i="0" kern="1200">
                <a:solidFill>
                  <a:srgbClr val="EC5F27"/>
                </a:solidFill>
                <a:latin typeface="Manrope Light" pitchFamily="2" charset="0"/>
                <a:ea typeface="+mj-ea"/>
                <a:cs typeface="+mj-cs"/>
              </a:defRPr>
            </a:lvl1pPr>
          </a:lstStyle>
          <a:p>
            <a:r>
              <a:rPr lang="en-GB" sz="1300"/>
              <a:t>Click to edit Master title style</a:t>
            </a:r>
            <a:endParaRPr lang="en-US" sz="13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E14838-9AD7-8E9A-3446-209C5F44D12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5369" y="2119483"/>
            <a:ext cx="4275628" cy="3677018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1450"/>
              </a:spcBef>
              <a:buNone/>
              <a:defRPr sz="1200" b="1" i="0">
                <a:solidFill>
                  <a:srgbClr val="EC5F27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/>
            </a:lvl3pPr>
            <a:lvl4pPr marL="0">
              <a:lnSpc>
                <a:spcPts val="1600"/>
              </a:lnSpc>
              <a:spcBef>
                <a:spcPts val="0"/>
              </a:spcBef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78E212-C26A-7650-7B41-76028A6077A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5369" y="914401"/>
            <a:ext cx="4275629" cy="1044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2800"/>
              </a:lnSpc>
              <a:buNone/>
              <a:defRPr sz="2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6353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C7341C9-A51F-1FB3-9060-89C8EADF76B8}"/>
              </a:ext>
            </a:extLst>
          </p:cNvPr>
          <p:cNvSpPr/>
          <p:nvPr userDrawn="1"/>
        </p:nvSpPr>
        <p:spPr>
          <a:xfrm>
            <a:off x="402801" y="1620000"/>
            <a:ext cx="3726188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3" y="365126"/>
            <a:ext cx="4340184" cy="318816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C111C0-7958-239A-B6A6-6ECBC04C350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2955" y="2377934"/>
            <a:ext cx="3438485" cy="3177819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698F14-1FE4-1A6A-25EC-35E9B338382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24105" y="1752706"/>
            <a:ext cx="3438485" cy="477283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CCC3189-134C-A84F-C9B7-FAAA78CC58C9}"/>
              </a:ext>
            </a:extLst>
          </p:cNvPr>
          <p:cNvSpPr/>
          <p:nvPr userDrawn="1"/>
        </p:nvSpPr>
        <p:spPr>
          <a:xfrm>
            <a:off x="4221754" y="1620000"/>
            <a:ext cx="3726188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B6BD14-58D1-646D-4512-B179EFE5428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339343" y="2377934"/>
            <a:ext cx="3431052" cy="3177819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3EE7706-7A90-6B71-9581-FCA82987C8D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50493" y="1752706"/>
            <a:ext cx="3419656" cy="477283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C23BAC8-5E51-4422-516A-0D05868AAF2E}"/>
              </a:ext>
            </a:extLst>
          </p:cNvPr>
          <p:cNvSpPr/>
          <p:nvPr userDrawn="1"/>
        </p:nvSpPr>
        <p:spPr>
          <a:xfrm>
            <a:off x="8040708" y="1620000"/>
            <a:ext cx="3726188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C0EB58D-98B9-1C3C-798F-5DE8BCD36FE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150862" y="2377935"/>
            <a:ext cx="3446405" cy="3177818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F9D468-DE47-308E-34C2-931B9706BEA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162012" y="1752706"/>
            <a:ext cx="3446405" cy="477283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7E60D5-D105-FF52-957A-3D42B56FE249}"/>
              </a:ext>
            </a:extLst>
          </p:cNvPr>
          <p:cNvCxnSpPr/>
          <p:nvPr userDrawn="1"/>
        </p:nvCxnSpPr>
        <p:spPr>
          <a:xfrm>
            <a:off x="524105" y="2315898"/>
            <a:ext cx="3438485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3C64B8-5784-67C3-F412-9D20C6714B8E}"/>
              </a:ext>
            </a:extLst>
          </p:cNvPr>
          <p:cNvCxnSpPr/>
          <p:nvPr userDrawn="1"/>
        </p:nvCxnSpPr>
        <p:spPr>
          <a:xfrm>
            <a:off x="4322954" y="2315898"/>
            <a:ext cx="3438485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C571E8-3341-B1AA-AE2B-62E78217F7A7}"/>
              </a:ext>
            </a:extLst>
          </p:cNvPr>
          <p:cNvCxnSpPr/>
          <p:nvPr userDrawn="1"/>
        </p:nvCxnSpPr>
        <p:spPr>
          <a:xfrm>
            <a:off x="8129236" y="2315898"/>
            <a:ext cx="3438485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65E881-7BD9-85A4-A169-1B9E5344F26E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5103" y="769851"/>
            <a:ext cx="8876060" cy="56836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8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89699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C7341C9-A51F-1FB3-9060-89C8EADF76B8}"/>
              </a:ext>
            </a:extLst>
          </p:cNvPr>
          <p:cNvSpPr/>
          <p:nvPr userDrawn="1"/>
        </p:nvSpPr>
        <p:spPr>
          <a:xfrm>
            <a:off x="402801" y="1620000"/>
            <a:ext cx="2799457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3" y="365126"/>
            <a:ext cx="4340184" cy="318816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C111C0-7958-239A-B6A6-6ECBC04C350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2957" y="2390414"/>
            <a:ext cx="2513614" cy="319079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698F14-1FE4-1A6A-25EC-35E9B338382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24107" y="1758042"/>
            <a:ext cx="2513614" cy="484427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CCC3189-134C-A84F-C9B7-FAAA78CC58C9}"/>
              </a:ext>
            </a:extLst>
          </p:cNvPr>
          <p:cNvSpPr/>
          <p:nvPr userDrawn="1"/>
        </p:nvSpPr>
        <p:spPr>
          <a:xfrm>
            <a:off x="3249955" y="1620000"/>
            <a:ext cx="2799457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B6BD14-58D1-646D-4512-B179EFE5428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367545" y="2390414"/>
            <a:ext cx="2513614" cy="319079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3EE7706-7A90-6B71-9581-FCA82987C8D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78695" y="1758042"/>
            <a:ext cx="2513614" cy="484427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C23BAC8-5E51-4422-516A-0D05868AAF2E}"/>
              </a:ext>
            </a:extLst>
          </p:cNvPr>
          <p:cNvSpPr/>
          <p:nvPr userDrawn="1"/>
        </p:nvSpPr>
        <p:spPr>
          <a:xfrm>
            <a:off x="6120285" y="1620000"/>
            <a:ext cx="2799457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C0EB58D-98B9-1C3C-798F-5DE8BCD36FE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30441" y="2390414"/>
            <a:ext cx="2513614" cy="319079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F9D468-DE47-308E-34C2-931B9706BEA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41591" y="1758042"/>
            <a:ext cx="2513614" cy="484427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4B9EE1E-C0F1-0500-8B7A-ED0B2EA105D2}"/>
              </a:ext>
            </a:extLst>
          </p:cNvPr>
          <p:cNvSpPr/>
          <p:nvPr userDrawn="1"/>
        </p:nvSpPr>
        <p:spPr>
          <a:xfrm>
            <a:off x="8967439" y="1620000"/>
            <a:ext cx="2799457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7B347E9-B1ED-3FAF-BACC-01B43278664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085029" y="2390414"/>
            <a:ext cx="2513614" cy="319079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276E8C9-CC68-114E-BE00-5877BCF65348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096179" y="1758042"/>
            <a:ext cx="2513614" cy="484427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8B160E3-70B4-ABEC-196B-144C8A0D0EED}"/>
              </a:ext>
            </a:extLst>
          </p:cNvPr>
          <p:cNvCxnSpPr>
            <a:cxnSpLocks/>
          </p:cNvCxnSpPr>
          <p:nvPr userDrawn="1"/>
        </p:nvCxnSpPr>
        <p:spPr>
          <a:xfrm>
            <a:off x="524105" y="2328378"/>
            <a:ext cx="251361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DEC8EFE-5A14-7FB6-897A-2B4ED17A9558}"/>
              </a:ext>
            </a:extLst>
          </p:cNvPr>
          <p:cNvCxnSpPr>
            <a:cxnSpLocks/>
          </p:cNvCxnSpPr>
          <p:nvPr userDrawn="1"/>
        </p:nvCxnSpPr>
        <p:spPr>
          <a:xfrm>
            <a:off x="3349081" y="2328378"/>
            <a:ext cx="251361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9B178E-0863-2BE2-F377-5F62855C69D3}"/>
              </a:ext>
            </a:extLst>
          </p:cNvPr>
          <p:cNvCxnSpPr>
            <a:cxnSpLocks/>
          </p:cNvCxnSpPr>
          <p:nvPr userDrawn="1"/>
        </p:nvCxnSpPr>
        <p:spPr>
          <a:xfrm>
            <a:off x="6218662" y="2328378"/>
            <a:ext cx="251361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D0CAC9-F9BB-36C8-9307-7BE7F81A2683}"/>
              </a:ext>
            </a:extLst>
          </p:cNvPr>
          <p:cNvCxnSpPr>
            <a:cxnSpLocks/>
          </p:cNvCxnSpPr>
          <p:nvPr userDrawn="1"/>
        </p:nvCxnSpPr>
        <p:spPr>
          <a:xfrm>
            <a:off x="9088242" y="2328378"/>
            <a:ext cx="251361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47F050-8986-9476-FD08-03085FB90436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5103" y="769851"/>
            <a:ext cx="8876060" cy="56836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8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69217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C7341C9-A51F-1FB3-9060-89C8EADF76B8}"/>
              </a:ext>
            </a:extLst>
          </p:cNvPr>
          <p:cNvSpPr/>
          <p:nvPr userDrawn="1"/>
        </p:nvSpPr>
        <p:spPr>
          <a:xfrm>
            <a:off x="402801" y="1620000"/>
            <a:ext cx="2243756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3" y="365126"/>
            <a:ext cx="4340184" cy="318816"/>
          </a:xfrm>
        </p:spPr>
        <p:txBody>
          <a:bodyPr>
            <a:norm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C111C0-7958-239A-B6A6-6ECBC04C350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2957" y="2414267"/>
            <a:ext cx="2014654" cy="317782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698F14-1FE4-1A6A-25EC-35E9B338382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24107" y="1774750"/>
            <a:ext cx="2014654" cy="491572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CCC3189-134C-A84F-C9B7-FAAA78CC58C9}"/>
              </a:ext>
            </a:extLst>
          </p:cNvPr>
          <p:cNvSpPr/>
          <p:nvPr userDrawn="1"/>
        </p:nvSpPr>
        <p:spPr>
          <a:xfrm>
            <a:off x="2692519" y="1620000"/>
            <a:ext cx="2243756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B6BD14-58D1-646D-4512-B179EFE5428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810109" y="2414267"/>
            <a:ext cx="2014654" cy="317782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3EE7706-7A90-6B71-9581-FCA82987C8D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821259" y="1774750"/>
            <a:ext cx="2014654" cy="491572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C23BAC8-5E51-4422-516A-0D05868AAF2E}"/>
              </a:ext>
            </a:extLst>
          </p:cNvPr>
          <p:cNvSpPr/>
          <p:nvPr userDrawn="1"/>
        </p:nvSpPr>
        <p:spPr>
          <a:xfrm>
            <a:off x="4974802" y="1620000"/>
            <a:ext cx="2243756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C0EB58D-98B9-1C3C-798F-5DE8BCD36FE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084958" y="2414267"/>
            <a:ext cx="2014654" cy="317782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F9D468-DE47-308E-34C2-931B9706BEA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96108" y="1774750"/>
            <a:ext cx="2014654" cy="491572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4B9EE1E-C0F1-0500-8B7A-ED0B2EA105D2}"/>
              </a:ext>
            </a:extLst>
          </p:cNvPr>
          <p:cNvSpPr/>
          <p:nvPr userDrawn="1"/>
        </p:nvSpPr>
        <p:spPr>
          <a:xfrm>
            <a:off x="7271954" y="1620000"/>
            <a:ext cx="2243756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7B347E9-B1ED-3FAF-BACC-01B43278664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389544" y="2414267"/>
            <a:ext cx="2014654" cy="317782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276E8C9-CC68-114E-BE00-5877BCF65348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7400694" y="1774750"/>
            <a:ext cx="2014654" cy="491572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F23024B-A8A5-AAFE-7885-FBCE29E2DF9E}"/>
              </a:ext>
            </a:extLst>
          </p:cNvPr>
          <p:cNvSpPr/>
          <p:nvPr userDrawn="1"/>
        </p:nvSpPr>
        <p:spPr>
          <a:xfrm>
            <a:off x="9561671" y="1620000"/>
            <a:ext cx="2243756" cy="4132213"/>
          </a:xfrm>
          <a:prstGeom prst="roundRect">
            <a:avLst>
              <a:gd name="adj" fmla="val 1994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E91249F-F7E0-C77F-F3A6-6D48B993BFC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679261" y="2414267"/>
            <a:ext cx="2014654" cy="3177821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221B446-37AD-262E-DDC8-58216A7CE8BC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9690411" y="1774750"/>
            <a:ext cx="2014654" cy="491572"/>
          </a:xfrm>
        </p:spPr>
        <p:txBody>
          <a:bodyPr anchor="b" anchorCtr="0">
            <a:noAutofit/>
          </a:bodyPr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470000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954852-B24B-C48D-B8FB-486F67682FBC}"/>
              </a:ext>
            </a:extLst>
          </p:cNvPr>
          <p:cNvCxnSpPr>
            <a:cxnSpLocks/>
          </p:cNvCxnSpPr>
          <p:nvPr userDrawn="1"/>
        </p:nvCxnSpPr>
        <p:spPr>
          <a:xfrm>
            <a:off x="524105" y="2352231"/>
            <a:ext cx="201465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6C02B1-8D7B-CC41-3BF2-676C5F636094}"/>
              </a:ext>
            </a:extLst>
          </p:cNvPr>
          <p:cNvCxnSpPr>
            <a:cxnSpLocks/>
          </p:cNvCxnSpPr>
          <p:nvPr userDrawn="1"/>
        </p:nvCxnSpPr>
        <p:spPr>
          <a:xfrm>
            <a:off x="2806388" y="2352231"/>
            <a:ext cx="201465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CB8928-97CC-091E-0C34-DBE5972D7E82}"/>
              </a:ext>
            </a:extLst>
          </p:cNvPr>
          <p:cNvCxnSpPr>
            <a:cxnSpLocks/>
          </p:cNvCxnSpPr>
          <p:nvPr userDrawn="1"/>
        </p:nvCxnSpPr>
        <p:spPr>
          <a:xfrm>
            <a:off x="5081237" y="2352231"/>
            <a:ext cx="201465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C89852-E479-B822-83A1-DD36299A986D}"/>
              </a:ext>
            </a:extLst>
          </p:cNvPr>
          <p:cNvCxnSpPr>
            <a:cxnSpLocks/>
          </p:cNvCxnSpPr>
          <p:nvPr userDrawn="1"/>
        </p:nvCxnSpPr>
        <p:spPr>
          <a:xfrm>
            <a:off x="7378388" y="2352231"/>
            <a:ext cx="201465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E3B80C-9AB1-D6F4-275E-3DC3BFB529D4}"/>
              </a:ext>
            </a:extLst>
          </p:cNvPr>
          <p:cNvCxnSpPr>
            <a:cxnSpLocks/>
          </p:cNvCxnSpPr>
          <p:nvPr userDrawn="1"/>
        </p:nvCxnSpPr>
        <p:spPr>
          <a:xfrm>
            <a:off x="9668105" y="2352231"/>
            <a:ext cx="2014656" cy="0"/>
          </a:xfrm>
          <a:prstGeom prst="line">
            <a:avLst/>
          </a:prstGeom>
          <a:ln w="63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191705-2CD8-2DC3-CBAB-6C68132790C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5103" y="769851"/>
            <a:ext cx="8876060" cy="56836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8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6669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6"/>
            <a:ext cx="5442296" cy="404726"/>
          </a:xfrm>
        </p:spPr>
        <p:txBody>
          <a:bodyPr>
            <a:noAutofit/>
          </a:bodyPr>
          <a:lstStyle>
            <a:lvl1pPr>
              <a:defRPr sz="1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F75113-5633-7341-88CA-DCBB0762A799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5103" y="769851"/>
            <a:ext cx="8876060" cy="56836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8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07393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B4CB40-B96B-D11B-85E7-939E79E5C9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3" y="365125"/>
            <a:ext cx="5670895" cy="2872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98">
            <a:extLst>
              <a:ext uri="{FF2B5EF4-FFF2-40B4-BE49-F238E27FC236}">
                <a16:creationId xmlns:a16="http://schemas.microsoft.com/office/drawing/2014/main" id="{2F22BD8A-39BC-1528-4D85-2FD76E59AC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5103" y="1800000"/>
            <a:ext cx="4133535" cy="39640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" name="Text Placeholder 101">
            <a:extLst>
              <a:ext uri="{FF2B5EF4-FFF2-40B4-BE49-F238E27FC236}">
                <a16:creationId xmlns:a16="http://schemas.microsoft.com/office/drawing/2014/main" id="{890FFA55-5530-E574-F50B-6833B070F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4739" y="1800000"/>
            <a:ext cx="5644397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 </a:t>
            </a:r>
            <a:endParaRPr lang="en-EE"/>
          </a:p>
        </p:txBody>
      </p:sp>
      <p:sp>
        <p:nvSpPr>
          <p:cNvPr id="8" name="Text Placeholder 101">
            <a:extLst>
              <a:ext uri="{FF2B5EF4-FFF2-40B4-BE49-F238E27FC236}">
                <a16:creationId xmlns:a16="http://schemas.microsoft.com/office/drawing/2014/main" id="{BD7911EA-05BD-8041-E903-25DCFE6841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4739" y="2268815"/>
            <a:ext cx="5644397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691470E-CF4F-2DC5-C8D1-A225D992605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914740" y="2731797"/>
            <a:ext cx="5644398" cy="3156116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Place biography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6414E3-616C-7E14-B374-01CFBB5AB2B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25E5FB9-CFC8-CDAE-C9B2-D7704C508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FC354B65-0249-A398-3C86-EB1800B7EB52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17" name="bg object 16">
            <a:extLst>
              <a:ext uri="{FF2B5EF4-FFF2-40B4-BE49-F238E27FC236}">
                <a16:creationId xmlns:a16="http://schemas.microsoft.com/office/drawing/2014/main" id="{B6227934-0AA8-A5D6-4F2F-2F0C4815C620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5C0E2B-E1F3-3FEF-5E35-76C7B74795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3" y="5987776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64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10C9C29-56A7-58EA-3B9F-1D1B5083C190}"/>
              </a:ext>
            </a:extLst>
          </p:cNvPr>
          <p:cNvSpPr/>
          <p:nvPr userDrawn="1"/>
        </p:nvSpPr>
        <p:spPr>
          <a:xfrm>
            <a:off x="0" y="-108523"/>
            <a:ext cx="12310262" cy="6966523"/>
          </a:xfrm>
          <a:prstGeom prst="rect">
            <a:avLst/>
          </a:prstGeom>
          <a:solidFill>
            <a:srgbClr val="191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2" y="365126"/>
            <a:ext cx="5442296" cy="2811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98">
            <a:extLst>
              <a:ext uri="{FF2B5EF4-FFF2-40B4-BE49-F238E27FC236}">
                <a16:creationId xmlns:a16="http://schemas.microsoft.com/office/drawing/2014/main" id="{2F22BD8A-39BC-1528-4D85-2FD76E59AC4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25103" y="1800000"/>
            <a:ext cx="1800000" cy="179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" name="Text Placeholder 101">
            <a:extLst>
              <a:ext uri="{FF2B5EF4-FFF2-40B4-BE49-F238E27FC236}">
                <a16:creationId xmlns:a16="http://schemas.microsoft.com/office/drawing/2014/main" id="{890FFA55-5530-E574-F50B-6833B070F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102" y="3703528"/>
            <a:ext cx="1836000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 </a:t>
            </a:r>
            <a:endParaRPr lang="en-EE"/>
          </a:p>
        </p:txBody>
      </p:sp>
      <p:sp>
        <p:nvSpPr>
          <p:cNvPr id="8" name="Text Placeholder 101">
            <a:extLst>
              <a:ext uri="{FF2B5EF4-FFF2-40B4-BE49-F238E27FC236}">
                <a16:creationId xmlns:a16="http://schemas.microsoft.com/office/drawing/2014/main" id="{BD7911EA-05BD-8041-E903-25DCFE6841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102" y="4172343"/>
            <a:ext cx="1836000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9" name="Picture Placeholder 98">
            <a:extLst>
              <a:ext uri="{FF2B5EF4-FFF2-40B4-BE49-F238E27FC236}">
                <a16:creationId xmlns:a16="http://schemas.microsoft.com/office/drawing/2014/main" id="{466F3CF3-27AD-0684-E813-E88802E4349D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290060" y="1800000"/>
            <a:ext cx="1803600" cy="1801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0" name="Text Placeholder 101">
            <a:extLst>
              <a:ext uri="{FF2B5EF4-FFF2-40B4-BE49-F238E27FC236}">
                <a16:creationId xmlns:a16="http://schemas.microsoft.com/office/drawing/2014/main" id="{7B31A735-72EC-7A4B-0924-23B0D2B7C5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90060" y="3703528"/>
            <a:ext cx="1836000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1" name="Text Placeholder 101">
            <a:extLst>
              <a:ext uri="{FF2B5EF4-FFF2-40B4-BE49-F238E27FC236}">
                <a16:creationId xmlns:a16="http://schemas.microsoft.com/office/drawing/2014/main" id="{63CAD8F1-A4FA-1F54-1471-D48C286EF4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90060" y="4172343"/>
            <a:ext cx="1836000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77"/>
                <a:ea typeface="Manrope Light" pitchFamily="2" charset="77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8EE4D0A-C840-66F2-7A0B-8ED88AED9B2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2417753" y="1800000"/>
            <a:ext cx="3449647" cy="4135263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Place biography here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150D1EC-0BDA-7403-21B7-0B949A1246F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22208" y="1800000"/>
            <a:ext cx="3449647" cy="4135263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Place biography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007-CBE9-8A62-0DF1-67CEAAECDA4D}"/>
              </a:ext>
            </a:extLst>
          </p:cNvPr>
          <p:cNvCxnSpPr/>
          <p:nvPr userDrawn="1"/>
        </p:nvCxnSpPr>
        <p:spPr>
          <a:xfrm>
            <a:off x="6096000" y="180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054A87F-CDF6-343B-DB9E-E70FBD2796E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DCBC4C1C-49F7-3B79-2ED3-5C76E3AA5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8E71331A-3667-141A-2DBD-3B71E1C579E0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2" name="bg object 16">
            <a:extLst>
              <a:ext uri="{FF2B5EF4-FFF2-40B4-BE49-F238E27FC236}">
                <a16:creationId xmlns:a16="http://schemas.microsoft.com/office/drawing/2014/main" id="{EA03A68A-D262-2146-77D6-4B225CF885ED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C139BDE-2D40-6535-8697-C0C22CAC23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2" y="5994175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882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10C9C29-56A7-58EA-3B9F-1D1B5083C190}"/>
              </a:ext>
            </a:extLst>
          </p:cNvPr>
          <p:cNvSpPr/>
          <p:nvPr userDrawn="1"/>
        </p:nvSpPr>
        <p:spPr>
          <a:xfrm>
            <a:off x="0" y="7951"/>
            <a:ext cx="12237057" cy="6858001"/>
          </a:xfrm>
          <a:prstGeom prst="rect">
            <a:avLst/>
          </a:prstGeom>
          <a:solidFill>
            <a:srgbClr val="191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6"/>
            <a:ext cx="5442296" cy="2811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98">
            <a:extLst>
              <a:ext uri="{FF2B5EF4-FFF2-40B4-BE49-F238E27FC236}">
                <a16:creationId xmlns:a16="http://schemas.microsoft.com/office/drawing/2014/main" id="{2F22BD8A-39BC-1528-4D85-2FD76E59AC4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25104" y="1800000"/>
            <a:ext cx="1559362" cy="1557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" name="Text Placeholder 101">
            <a:extLst>
              <a:ext uri="{FF2B5EF4-FFF2-40B4-BE49-F238E27FC236}">
                <a16:creationId xmlns:a16="http://schemas.microsoft.com/office/drawing/2014/main" id="{890FFA55-5530-E574-F50B-6833B070F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0782" y="1825580"/>
            <a:ext cx="1836000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 </a:t>
            </a:r>
            <a:endParaRPr lang="en-EE"/>
          </a:p>
        </p:txBody>
      </p:sp>
      <p:sp>
        <p:nvSpPr>
          <p:cNvPr id="8" name="Text Placeholder 101">
            <a:extLst>
              <a:ext uri="{FF2B5EF4-FFF2-40B4-BE49-F238E27FC236}">
                <a16:creationId xmlns:a16="http://schemas.microsoft.com/office/drawing/2014/main" id="{BD7911EA-05BD-8041-E903-25DCFE6841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0782" y="2294395"/>
            <a:ext cx="1836000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9" name="Picture Placeholder 98">
            <a:extLst>
              <a:ext uri="{FF2B5EF4-FFF2-40B4-BE49-F238E27FC236}">
                <a16:creationId xmlns:a16="http://schemas.microsoft.com/office/drawing/2014/main" id="{466F3CF3-27AD-0684-E813-E88802E4349D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266541" y="1800000"/>
            <a:ext cx="1558409" cy="1556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0" name="Text Placeholder 101">
            <a:extLst>
              <a:ext uri="{FF2B5EF4-FFF2-40B4-BE49-F238E27FC236}">
                <a16:creationId xmlns:a16="http://schemas.microsoft.com/office/drawing/2014/main" id="{7B31A735-72EC-7A4B-0924-23B0D2B7C5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07396" y="1803264"/>
            <a:ext cx="1787317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1" name="Text Placeholder 101">
            <a:extLst>
              <a:ext uri="{FF2B5EF4-FFF2-40B4-BE49-F238E27FC236}">
                <a16:creationId xmlns:a16="http://schemas.microsoft.com/office/drawing/2014/main" id="{63CAD8F1-A4FA-1F54-1471-D48C286EF4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07396" y="2279961"/>
            <a:ext cx="1787317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8EE4D0A-C840-66F2-7A0B-8ED88AED9B2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20147" y="3505184"/>
            <a:ext cx="3532402" cy="2489645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Place biography here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150D1EC-0BDA-7403-21B7-0B949A1246F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266542" y="3500523"/>
            <a:ext cx="3532397" cy="2489645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Place biography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007-CBE9-8A62-0DF1-67CEAAECDA4D}"/>
              </a:ext>
            </a:extLst>
          </p:cNvPr>
          <p:cNvCxnSpPr/>
          <p:nvPr userDrawn="1"/>
        </p:nvCxnSpPr>
        <p:spPr>
          <a:xfrm>
            <a:off x="7979977" y="180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98">
            <a:extLst>
              <a:ext uri="{FF2B5EF4-FFF2-40B4-BE49-F238E27FC236}">
                <a16:creationId xmlns:a16="http://schemas.microsoft.com/office/drawing/2014/main" id="{D0286332-4F10-ED9F-26E0-90DF56A0C1A4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8149917" y="1800000"/>
            <a:ext cx="1558409" cy="1556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4" name="Text Placeholder 101">
            <a:extLst>
              <a:ext uri="{FF2B5EF4-FFF2-40B4-BE49-F238E27FC236}">
                <a16:creationId xmlns:a16="http://schemas.microsoft.com/office/drawing/2014/main" id="{85C830D8-40A2-4A39-CA70-EC47081E20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76698" y="1811146"/>
            <a:ext cx="1804211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20" name="Text Placeholder 101">
            <a:extLst>
              <a:ext uri="{FF2B5EF4-FFF2-40B4-BE49-F238E27FC236}">
                <a16:creationId xmlns:a16="http://schemas.microsoft.com/office/drawing/2014/main" id="{1B129295-F269-1C9A-717E-AF104DF3F54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76698" y="2279961"/>
            <a:ext cx="1804211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B0AF3A-78F1-7D09-0691-2F761824638F}"/>
              </a:ext>
            </a:extLst>
          </p:cNvPr>
          <p:cNvCxnSpPr/>
          <p:nvPr userDrawn="1"/>
        </p:nvCxnSpPr>
        <p:spPr>
          <a:xfrm>
            <a:off x="4093780" y="180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0849DD3-F958-B45C-6164-BDE162C4271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136976" y="3500523"/>
            <a:ext cx="3532397" cy="2489645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Place biography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273E80-63E6-DCEA-64AC-33E6661FAAA8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BA431491-5BC8-FE83-8DFA-412C77C6C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24455F9B-B8C6-E53B-AC36-BCD97F24F421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27" name="bg object 16">
            <a:extLst>
              <a:ext uri="{FF2B5EF4-FFF2-40B4-BE49-F238E27FC236}">
                <a16:creationId xmlns:a16="http://schemas.microsoft.com/office/drawing/2014/main" id="{4AB19EAA-FD30-639C-966A-131E2DF87A18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A34FBB0-29AC-E1FA-1BD3-A670C4C361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2" y="5994175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3722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A4F45D3-D8BD-52E7-82A9-293FE5CDE984}"/>
              </a:ext>
            </a:extLst>
          </p:cNvPr>
          <p:cNvSpPr/>
          <p:nvPr userDrawn="1"/>
        </p:nvSpPr>
        <p:spPr>
          <a:xfrm>
            <a:off x="0" y="0"/>
            <a:ext cx="12266092" cy="6865951"/>
          </a:xfrm>
          <a:prstGeom prst="rect">
            <a:avLst/>
          </a:prstGeom>
          <a:solidFill>
            <a:srgbClr val="1916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2786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98">
            <a:extLst>
              <a:ext uri="{FF2B5EF4-FFF2-40B4-BE49-F238E27FC236}">
                <a16:creationId xmlns:a16="http://schemas.microsoft.com/office/drawing/2014/main" id="{2F22BD8A-39BC-1528-4D85-2FD76E59AC4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25103" y="1800000"/>
            <a:ext cx="1188000" cy="11865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" name="Text Placeholder 101">
            <a:extLst>
              <a:ext uri="{FF2B5EF4-FFF2-40B4-BE49-F238E27FC236}">
                <a16:creationId xmlns:a16="http://schemas.microsoft.com/office/drawing/2014/main" id="{890FFA55-5530-E574-F50B-6833B070F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103" y="3058040"/>
            <a:ext cx="1655999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 </a:t>
            </a:r>
            <a:endParaRPr lang="en-EE"/>
          </a:p>
        </p:txBody>
      </p:sp>
      <p:sp>
        <p:nvSpPr>
          <p:cNvPr id="8" name="Text Placeholder 101">
            <a:extLst>
              <a:ext uri="{FF2B5EF4-FFF2-40B4-BE49-F238E27FC236}">
                <a16:creationId xmlns:a16="http://schemas.microsoft.com/office/drawing/2014/main" id="{BD7911EA-05BD-8041-E903-25DCFE6841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103" y="3526855"/>
            <a:ext cx="1655999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9" name="Picture Placeholder 98">
            <a:extLst>
              <a:ext uri="{FF2B5EF4-FFF2-40B4-BE49-F238E27FC236}">
                <a16:creationId xmlns:a16="http://schemas.microsoft.com/office/drawing/2014/main" id="{466F3CF3-27AD-0684-E813-E88802E4349D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352371" y="1800000"/>
            <a:ext cx="1188000" cy="11865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0" name="Text Placeholder 101">
            <a:extLst>
              <a:ext uri="{FF2B5EF4-FFF2-40B4-BE49-F238E27FC236}">
                <a16:creationId xmlns:a16="http://schemas.microsoft.com/office/drawing/2014/main" id="{7B31A735-72EC-7A4B-0924-23B0D2B7C5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5983" y="3058040"/>
            <a:ext cx="1655999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1" name="Text Placeholder 101">
            <a:extLst>
              <a:ext uri="{FF2B5EF4-FFF2-40B4-BE49-F238E27FC236}">
                <a16:creationId xmlns:a16="http://schemas.microsoft.com/office/drawing/2014/main" id="{63CAD8F1-A4FA-1F54-1471-D48C286EF4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45983" y="3526855"/>
            <a:ext cx="1655999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2" name="Picture Placeholder 98">
            <a:extLst>
              <a:ext uri="{FF2B5EF4-FFF2-40B4-BE49-F238E27FC236}">
                <a16:creationId xmlns:a16="http://schemas.microsoft.com/office/drawing/2014/main" id="{9241316C-3EA6-D65E-799A-5F5DDA735C9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4294387" y="1800000"/>
            <a:ext cx="1188000" cy="11865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3" name="Text Placeholder 101">
            <a:extLst>
              <a:ext uri="{FF2B5EF4-FFF2-40B4-BE49-F238E27FC236}">
                <a16:creationId xmlns:a16="http://schemas.microsoft.com/office/drawing/2014/main" id="{A0C0F72F-2D0C-A7F9-93AA-B48176FA33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4387" y="3058040"/>
            <a:ext cx="1655999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4" name="Text Placeholder 101">
            <a:extLst>
              <a:ext uri="{FF2B5EF4-FFF2-40B4-BE49-F238E27FC236}">
                <a16:creationId xmlns:a16="http://schemas.microsoft.com/office/drawing/2014/main" id="{0A50A55C-7248-4CA8-7CEE-C5CEFFF7F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4387" y="3526855"/>
            <a:ext cx="1655999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5" name="Picture Placeholder 98">
            <a:extLst>
              <a:ext uri="{FF2B5EF4-FFF2-40B4-BE49-F238E27FC236}">
                <a16:creationId xmlns:a16="http://schemas.microsoft.com/office/drawing/2014/main" id="{2405668E-341D-F136-A277-FE9287070217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6251153" y="1800000"/>
            <a:ext cx="1188000" cy="11865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6" name="Text Placeholder 101">
            <a:extLst>
              <a:ext uri="{FF2B5EF4-FFF2-40B4-BE49-F238E27FC236}">
                <a16:creationId xmlns:a16="http://schemas.microsoft.com/office/drawing/2014/main" id="{B0F8B9BE-956E-CC81-0FD3-BE2D5289E0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1153" y="3058040"/>
            <a:ext cx="1655999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7" name="Text Placeholder 101">
            <a:extLst>
              <a:ext uri="{FF2B5EF4-FFF2-40B4-BE49-F238E27FC236}">
                <a16:creationId xmlns:a16="http://schemas.microsoft.com/office/drawing/2014/main" id="{621ED33A-B556-11A8-AC4C-0DFCE79099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51153" y="3526855"/>
            <a:ext cx="1655999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8" name="Picture Placeholder 98">
            <a:extLst>
              <a:ext uri="{FF2B5EF4-FFF2-40B4-BE49-F238E27FC236}">
                <a16:creationId xmlns:a16="http://schemas.microsoft.com/office/drawing/2014/main" id="{B8CBCFD0-DD59-34E7-A33A-F73B47CC93C1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8193169" y="1800000"/>
            <a:ext cx="1188000" cy="11865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9" name="Text Placeholder 101">
            <a:extLst>
              <a:ext uri="{FF2B5EF4-FFF2-40B4-BE49-F238E27FC236}">
                <a16:creationId xmlns:a16="http://schemas.microsoft.com/office/drawing/2014/main" id="{62C583D8-AA0A-77C7-8933-E3343B7F55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3167" y="3058040"/>
            <a:ext cx="1655999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20" name="Text Placeholder 101">
            <a:extLst>
              <a:ext uri="{FF2B5EF4-FFF2-40B4-BE49-F238E27FC236}">
                <a16:creationId xmlns:a16="http://schemas.microsoft.com/office/drawing/2014/main" id="{A98705A9-096D-F0C7-CDCB-B0F21E1689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3167" y="3526855"/>
            <a:ext cx="1655999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21" name="Picture Placeholder 98">
            <a:extLst>
              <a:ext uri="{FF2B5EF4-FFF2-40B4-BE49-F238E27FC236}">
                <a16:creationId xmlns:a16="http://schemas.microsoft.com/office/drawing/2014/main" id="{9D458357-1E27-FD9D-525D-5DEA0A01C98C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0120435" y="1800000"/>
            <a:ext cx="1188000" cy="11865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22" name="Text Placeholder 101">
            <a:extLst>
              <a:ext uri="{FF2B5EF4-FFF2-40B4-BE49-F238E27FC236}">
                <a16:creationId xmlns:a16="http://schemas.microsoft.com/office/drawing/2014/main" id="{89126EBE-0151-1592-0027-71B26A6EF8F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20437" y="3058040"/>
            <a:ext cx="1655999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23" name="Text Placeholder 101">
            <a:extLst>
              <a:ext uri="{FF2B5EF4-FFF2-40B4-BE49-F238E27FC236}">
                <a16:creationId xmlns:a16="http://schemas.microsoft.com/office/drawing/2014/main" id="{5DB4B2A9-BF3C-EBD9-76DC-916B3BD60A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20437" y="3526855"/>
            <a:ext cx="1655999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24" name="Text Placeholder 101">
            <a:extLst>
              <a:ext uri="{FF2B5EF4-FFF2-40B4-BE49-F238E27FC236}">
                <a16:creationId xmlns:a16="http://schemas.microsoft.com/office/drawing/2014/main" id="{8AD5E8C9-E600-2313-D7AF-A5AE8F5AD0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5103" y="4124732"/>
            <a:ext cx="1655999" cy="18076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Place biography here</a:t>
            </a:r>
            <a:endParaRPr lang="en-EE"/>
          </a:p>
        </p:txBody>
      </p:sp>
      <p:sp>
        <p:nvSpPr>
          <p:cNvPr id="25" name="Text Placeholder 101">
            <a:extLst>
              <a:ext uri="{FF2B5EF4-FFF2-40B4-BE49-F238E27FC236}">
                <a16:creationId xmlns:a16="http://schemas.microsoft.com/office/drawing/2014/main" id="{ADBEA2DF-7FE5-C985-375C-F2227A4760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345983" y="4124732"/>
            <a:ext cx="1655999" cy="18076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Place biography here</a:t>
            </a:r>
            <a:endParaRPr lang="en-EE"/>
          </a:p>
        </p:txBody>
      </p:sp>
      <p:sp>
        <p:nvSpPr>
          <p:cNvPr id="26" name="Text Placeholder 101">
            <a:extLst>
              <a:ext uri="{FF2B5EF4-FFF2-40B4-BE49-F238E27FC236}">
                <a16:creationId xmlns:a16="http://schemas.microsoft.com/office/drawing/2014/main" id="{FFD0112D-2CA4-CD78-CC00-BFC32380F2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94387" y="4124732"/>
            <a:ext cx="1655999" cy="18076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Place biography here</a:t>
            </a:r>
            <a:endParaRPr lang="en-EE"/>
          </a:p>
        </p:txBody>
      </p:sp>
      <p:sp>
        <p:nvSpPr>
          <p:cNvPr id="27" name="Text Placeholder 101">
            <a:extLst>
              <a:ext uri="{FF2B5EF4-FFF2-40B4-BE49-F238E27FC236}">
                <a16:creationId xmlns:a16="http://schemas.microsoft.com/office/drawing/2014/main" id="{CE9F6317-9210-1DD7-09FD-F0EBFAD0F2A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51153" y="4124732"/>
            <a:ext cx="1655999" cy="18076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Place biography here</a:t>
            </a:r>
            <a:endParaRPr lang="en-EE"/>
          </a:p>
        </p:txBody>
      </p:sp>
      <p:sp>
        <p:nvSpPr>
          <p:cNvPr id="28" name="Text Placeholder 101">
            <a:extLst>
              <a:ext uri="{FF2B5EF4-FFF2-40B4-BE49-F238E27FC236}">
                <a16:creationId xmlns:a16="http://schemas.microsoft.com/office/drawing/2014/main" id="{100E3618-676B-ADE3-08B3-0BB056F0D8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93167" y="4124732"/>
            <a:ext cx="1655999" cy="18076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Place biography here</a:t>
            </a:r>
            <a:endParaRPr lang="en-EE"/>
          </a:p>
        </p:txBody>
      </p:sp>
      <p:sp>
        <p:nvSpPr>
          <p:cNvPr id="29" name="Text Placeholder 101">
            <a:extLst>
              <a:ext uri="{FF2B5EF4-FFF2-40B4-BE49-F238E27FC236}">
                <a16:creationId xmlns:a16="http://schemas.microsoft.com/office/drawing/2014/main" id="{451D6116-E095-62A2-0E6C-5CAE5474F8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20437" y="4124732"/>
            <a:ext cx="1655999" cy="18076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Place biography here</a:t>
            </a:r>
            <a:endParaRPr lang="en-EE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D882EDE-37DD-7AD7-975E-D3E2CE525163}"/>
              </a:ext>
            </a:extLst>
          </p:cNvPr>
          <p:cNvCxnSpPr/>
          <p:nvPr userDrawn="1"/>
        </p:nvCxnSpPr>
        <p:spPr>
          <a:xfrm>
            <a:off x="2217012" y="180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4A20488-293C-6B76-F2FF-6EB37080DEB0}"/>
              </a:ext>
            </a:extLst>
          </p:cNvPr>
          <p:cNvCxnSpPr/>
          <p:nvPr userDrawn="1"/>
        </p:nvCxnSpPr>
        <p:spPr>
          <a:xfrm>
            <a:off x="4149052" y="180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70A2326-7AF5-4E37-AE19-AEE06A97F269}"/>
              </a:ext>
            </a:extLst>
          </p:cNvPr>
          <p:cNvCxnSpPr/>
          <p:nvPr userDrawn="1"/>
        </p:nvCxnSpPr>
        <p:spPr>
          <a:xfrm>
            <a:off x="6081091" y="180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E5BCA3-7395-7FC3-EDBE-802EB3B3675C}"/>
              </a:ext>
            </a:extLst>
          </p:cNvPr>
          <p:cNvCxnSpPr/>
          <p:nvPr userDrawn="1"/>
        </p:nvCxnSpPr>
        <p:spPr>
          <a:xfrm>
            <a:off x="8042627" y="180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D645B29-3B69-A5CE-4243-9AA0B96E96C9}"/>
              </a:ext>
            </a:extLst>
          </p:cNvPr>
          <p:cNvCxnSpPr/>
          <p:nvPr userDrawn="1"/>
        </p:nvCxnSpPr>
        <p:spPr>
          <a:xfrm>
            <a:off x="9974666" y="1800000"/>
            <a:ext cx="0" cy="4194175"/>
          </a:xfrm>
          <a:prstGeom prst="line">
            <a:avLst/>
          </a:prstGeom>
          <a:ln w="6350">
            <a:solidFill>
              <a:srgbClr val="EC5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DB7B9E4-DF08-2208-D5F6-F13E690C565F}"/>
              </a:ext>
            </a:extLst>
          </p:cNvPr>
          <p:cNvSpPr>
            <a:spLocks noGrp="1"/>
          </p:cNvSpPr>
          <p:nvPr>
            <p:ph idx="38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3DD5D44A-2409-1D21-55B7-F2D2E71E6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1" name="object 19">
            <a:extLst>
              <a:ext uri="{FF2B5EF4-FFF2-40B4-BE49-F238E27FC236}">
                <a16:creationId xmlns:a16="http://schemas.microsoft.com/office/drawing/2014/main" id="{32BCD620-BB4F-825F-CF93-EC223011E50C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b="0" i="0" spc="-10">
                <a:solidFill>
                  <a:schemeClr val="bg1"/>
                </a:solidFill>
                <a:latin typeface="Manrope" pitchFamily="2" charset="0"/>
              </a:rPr>
              <a:t>Confidential</a:t>
            </a:r>
          </a:p>
        </p:txBody>
      </p:sp>
      <p:sp>
        <p:nvSpPr>
          <p:cNvPr id="42" name="bg object 16">
            <a:extLst>
              <a:ext uri="{FF2B5EF4-FFF2-40B4-BE49-F238E27FC236}">
                <a16:creationId xmlns:a16="http://schemas.microsoft.com/office/drawing/2014/main" id="{180B55BD-9083-5753-8636-3472735D6C2A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1321B3E-9295-6CFD-6687-9D3232A09D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102" y="5994175"/>
            <a:ext cx="566523" cy="7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3560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6"/>
            <a:ext cx="5442296" cy="3127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98">
            <a:extLst>
              <a:ext uri="{FF2B5EF4-FFF2-40B4-BE49-F238E27FC236}">
                <a16:creationId xmlns:a16="http://schemas.microsoft.com/office/drawing/2014/main" id="{2F22BD8A-39BC-1528-4D85-2FD76E59AC4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25103" y="1800000"/>
            <a:ext cx="2412689" cy="240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" name="Text Placeholder 101">
            <a:extLst>
              <a:ext uri="{FF2B5EF4-FFF2-40B4-BE49-F238E27FC236}">
                <a16:creationId xmlns:a16="http://schemas.microsoft.com/office/drawing/2014/main" id="{890FFA55-5530-E574-F50B-6833B070F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103" y="4287833"/>
            <a:ext cx="2412688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 </a:t>
            </a:r>
            <a:endParaRPr lang="en-EE"/>
          </a:p>
        </p:txBody>
      </p:sp>
      <p:sp>
        <p:nvSpPr>
          <p:cNvPr id="8" name="Text Placeholder 101">
            <a:extLst>
              <a:ext uri="{FF2B5EF4-FFF2-40B4-BE49-F238E27FC236}">
                <a16:creationId xmlns:a16="http://schemas.microsoft.com/office/drawing/2014/main" id="{BD7911EA-05BD-8041-E903-25DCFE6841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103" y="4756648"/>
            <a:ext cx="2412688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9" name="Picture Placeholder 98">
            <a:extLst>
              <a:ext uri="{FF2B5EF4-FFF2-40B4-BE49-F238E27FC236}">
                <a16:creationId xmlns:a16="http://schemas.microsoft.com/office/drawing/2014/main" id="{466F3CF3-27AD-0684-E813-E88802E4349D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303224" y="1800000"/>
            <a:ext cx="2412689" cy="240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0" name="Text Placeholder 101">
            <a:extLst>
              <a:ext uri="{FF2B5EF4-FFF2-40B4-BE49-F238E27FC236}">
                <a16:creationId xmlns:a16="http://schemas.microsoft.com/office/drawing/2014/main" id="{7B31A735-72EC-7A4B-0924-23B0D2B7C5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6835" y="4287833"/>
            <a:ext cx="2419077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1" name="Text Placeholder 101">
            <a:extLst>
              <a:ext uri="{FF2B5EF4-FFF2-40B4-BE49-F238E27FC236}">
                <a16:creationId xmlns:a16="http://schemas.microsoft.com/office/drawing/2014/main" id="{63CAD8F1-A4FA-1F54-1471-D48C286EF4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835" y="4756648"/>
            <a:ext cx="2419077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2" name="Picture Placeholder 98">
            <a:extLst>
              <a:ext uri="{FF2B5EF4-FFF2-40B4-BE49-F238E27FC236}">
                <a16:creationId xmlns:a16="http://schemas.microsoft.com/office/drawing/2014/main" id="{9241316C-3EA6-D65E-799A-5F5DDA735C9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8031574" y="1800000"/>
            <a:ext cx="2412689" cy="240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3" name="Text Placeholder 101">
            <a:extLst>
              <a:ext uri="{FF2B5EF4-FFF2-40B4-BE49-F238E27FC236}">
                <a16:creationId xmlns:a16="http://schemas.microsoft.com/office/drawing/2014/main" id="{A0C0F72F-2D0C-A7F9-93AA-B48176FA33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31574" y="4287833"/>
            <a:ext cx="2412688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4" name="Text Placeholder 101">
            <a:extLst>
              <a:ext uri="{FF2B5EF4-FFF2-40B4-BE49-F238E27FC236}">
                <a16:creationId xmlns:a16="http://schemas.microsoft.com/office/drawing/2014/main" id="{0A50A55C-7248-4CA8-7CEE-C5CEFFF7F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31574" y="4756648"/>
            <a:ext cx="2412688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B136F7C-12DB-7F51-AB91-64433A68A7CB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79614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6"/>
            <a:ext cx="5442296" cy="3127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98">
            <a:extLst>
              <a:ext uri="{FF2B5EF4-FFF2-40B4-BE49-F238E27FC236}">
                <a16:creationId xmlns:a16="http://schemas.microsoft.com/office/drawing/2014/main" id="{2F22BD8A-39BC-1528-4D85-2FD76E59AC4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25103" y="1800000"/>
            <a:ext cx="2412689" cy="240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" name="Text Placeholder 101">
            <a:extLst>
              <a:ext uri="{FF2B5EF4-FFF2-40B4-BE49-F238E27FC236}">
                <a16:creationId xmlns:a16="http://schemas.microsoft.com/office/drawing/2014/main" id="{890FFA55-5530-E574-F50B-6833B070F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103" y="4248078"/>
            <a:ext cx="2412688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 </a:t>
            </a:r>
            <a:endParaRPr lang="en-EE"/>
          </a:p>
        </p:txBody>
      </p:sp>
      <p:sp>
        <p:nvSpPr>
          <p:cNvPr id="8" name="Text Placeholder 101">
            <a:extLst>
              <a:ext uri="{FF2B5EF4-FFF2-40B4-BE49-F238E27FC236}">
                <a16:creationId xmlns:a16="http://schemas.microsoft.com/office/drawing/2014/main" id="{BD7911EA-05BD-8041-E903-25DCFE6841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103" y="4716893"/>
            <a:ext cx="2412688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9" name="Picture Placeholder 98">
            <a:extLst>
              <a:ext uri="{FF2B5EF4-FFF2-40B4-BE49-F238E27FC236}">
                <a16:creationId xmlns:a16="http://schemas.microsoft.com/office/drawing/2014/main" id="{466F3CF3-27AD-0684-E813-E88802E4349D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3388061" y="1800000"/>
            <a:ext cx="2412689" cy="240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0" name="Text Placeholder 101">
            <a:extLst>
              <a:ext uri="{FF2B5EF4-FFF2-40B4-BE49-F238E27FC236}">
                <a16:creationId xmlns:a16="http://schemas.microsoft.com/office/drawing/2014/main" id="{7B31A735-72EC-7A4B-0924-23B0D2B7C5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81672" y="4248078"/>
            <a:ext cx="2419077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1" name="Text Placeholder 101">
            <a:extLst>
              <a:ext uri="{FF2B5EF4-FFF2-40B4-BE49-F238E27FC236}">
                <a16:creationId xmlns:a16="http://schemas.microsoft.com/office/drawing/2014/main" id="{63CAD8F1-A4FA-1F54-1471-D48C286EF4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81672" y="4716893"/>
            <a:ext cx="2419077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2" name="Picture Placeholder 98">
            <a:extLst>
              <a:ext uri="{FF2B5EF4-FFF2-40B4-BE49-F238E27FC236}">
                <a16:creationId xmlns:a16="http://schemas.microsoft.com/office/drawing/2014/main" id="{9241316C-3EA6-D65E-799A-5F5DDA735C9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336749" y="1800000"/>
            <a:ext cx="2412689" cy="240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3" name="Text Placeholder 101">
            <a:extLst>
              <a:ext uri="{FF2B5EF4-FFF2-40B4-BE49-F238E27FC236}">
                <a16:creationId xmlns:a16="http://schemas.microsoft.com/office/drawing/2014/main" id="{A0C0F72F-2D0C-A7F9-93AA-B48176FA33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6749" y="4248078"/>
            <a:ext cx="2412688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4" name="Text Placeholder 101">
            <a:extLst>
              <a:ext uri="{FF2B5EF4-FFF2-40B4-BE49-F238E27FC236}">
                <a16:creationId xmlns:a16="http://schemas.microsoft.com/office/drawing/2014/main" id="{0A50A55C-7248-4CA8-7CEE-C5CEFFF7F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49" y="4716893"/>
            <a:ext cx="2412688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6" name="Picture Placeholder 98">
            <a:extLst>
              <a:ext uri="{FF2B5EF4-FFF2-40B4-BE49-F238E27FC236}">
                <a16:creationId xmlns:a16="http://schemas.microsoft.com/office/drawing/2014/main" id="{EAC3D9B8-40E9-8056-C8E8-72EF517207E9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9309086" y="1800000"/>
            <a:ext cx="2428339" cy="24254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7" name="Text Placeholder 101">
            <a:extLst>
              <a:ext uri="{FF2B5EF4-FFF2-40B4-BE49-F238E27FC236}">
                <a16:creationId xmlns:a16="http://schemas.microsoft.com/office/drawing/2014/main" id="{241EEF87-DD77-70F6-A463-398FC4E6B6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01203" y="4256165"/>
            <a:ext cx="2436222" cy="4296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9" name="Text Placeholder 101">
            <a:extLst>
              <a:ext uri="{FF2B5EF4-FFF2-40B4-BE49-F238E27FC236}">
                <a16:creationId xmlns:a16="http://schemas.microsoft.com/office/drawing/2014/main" id="{9655705C-0196-6634-CBB4-9659BFAD0A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01203" y="4724980"/>
            <a:ext cx="2436222" cy="42377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D39F5CE-001C-1501-97B7-0F49822596A3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99291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6"/>
            <a:ext cx="5442296" cy="3173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98">
            <a:extLst>
              <a:ext uri="{FF2B5EF4-FFF2-40B4-BE49-F238E27FC236}">
                <a16:creationId xmlns:a16="http://schemas.microsoft.com/office/drawing/2014/main" id="{2F22BD8A-39BC-1528-4D85-2FD76E59AC4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25104" y="2374679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" name="Text Placeholder 101">
            <a:extLst>
              <a:ext uri="{FF2B5EF4-FFF2-40B4-BE49-F238E27FC236}">
                <a16:creationId xmlns:a16="http://schemas.microsoft.com/office/drawing/2014/main" id="{890FFA55-5530-E574-F50B-6833B070F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102" y="3679791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 </a:t>
            </a:r>
            <a:endParaRPr lang="en-EE"/>
          </a:p>
        </p:txBody>
      </p:sp>
      <p:sp>
        <p:nvSpPr>
          <p:cNvPr id="8" name="Text Placeholder 101">
            <a:extLst>
              <a:ext uri="{FF2B5EF4-FFF2-40B4-BE49-F238E27FC236}">
                <a16:creationId xmlns:a16="http://schemas.microsoft.com/office/drawing/2014/main" id="{BD7911EA-05BD-8041-E903-25DCFE6841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103" y="4148606"/>
            <a:ext cx="1805914" cy="447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9" name="Picture Placeholder 98">
            <a:extLst>
              <a:ext uri="{FF2B5EF4-FFF2-40B4-BE49-F238E27FC236}">
                <a16:creationId xmlns:a16="http://schemas.microsoft.com/office/drawing/2014/main" id="{466F3CF3-27AD-0684-E813-E88802E4349D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364066" y="2374679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0" name="Text Placeholder 101">
            <a:extLst>
              <a:ext uri="{FF2B5EF4-FFF2-40B4-BE49-F238E27FC236}">
                <a16:creationId xmlns:a16="http://schemas.microsoft.com/office/drawing/2014/main" id="{7B31A735-72EC-7A4B-0924-23B0D2B7C5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57676" y="3679791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1" name="Text Placeholder 101">
            <a:extLst>
              <a:ext uri="{FF2B5EF4-FFF2-40B4-BE49-F238E27FC236}">
                <a16:creationId xmlns:a16="http://schemas.microsoft.com/office/drawing/2014/main" id="{63CAD8F1-A4FA-1F54-1471-D48C286EF4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57677" y="4148606"/>
            <a:ext cx="1805914" cy="447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2" name="Picture Placeholder 98">
            <a:extLst>
              <a:ext uri="{FF2B5EF4-FFF2-40B4-BE49-F238E27FC236}">
                <a16:creationId xmlns:a16="http://schemas.microsoft.com/office/drawing/2014/main" id="{9241316C-3EA6-D65E-799A-5F5DDA735C9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4287262" y="2374679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3" name="Text Placeholder 101">
            <a:extLst>
              <a:ext uri="{FF2B5EF4-FFF2-40B4-BE49-F238E27FC236}">
                <a16:creationId xmlns:a16="http://schemas.microsoft.com/office/drawing/2014/main" id="{A0C0F72F-2D0C-A7F9-93AA-B48176FA33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87260" y="3679791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4" name="Text Placeholder 101">
            <a:extLst>
              <a:ext uri="{FF2B5EF4-FFF2-40B4-BE49-F238E27FC236}">
                <a16:creationId xmlns:a16="http://schemas.microsoft.com/office/drawing/2014/main" id="{0A50A55C-7248-4CA8-7CEE-C5CEFFF7F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7261" y="4148606"/>
            <a:ext cx="1805914" cy="447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5" name="Picture Placeholder 98">
            <a:extLst>
              <a:ext uri="{FF2B5EF4-FFF2-40B4-BE49-F238E27FC236}">
                <a16:creationId xmlns:a16="http://schemas.microsoft.com/office/drawing/2014/main" id="{2405668E-341D-F136-A277-FE9287070217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6241991" y="2374679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6" name="Text Placeholder 101">
            <a:extLst>
              <a:ext uri="{FF2B5EF4-FFF2-40B4-BE49-F238E27FC236}">
                <a16:creationId xmlns:a16="http://schemas.microsoft.com/office/drawing/2014/main" id="{B0F8B9BE-956E-CC81-0FD3-BE2D5289E0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1989" y="3679791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17" name="Text Placeholder 101">
            <a:extLst>
              <a:ext uri="{FF2B5EF4-FFF2-40B4-BE49-F238E27FC236}">
                <a16:creationId xmlns:a16="http://schemas.microsoft.com/office/drawing/2014/main" id="{621ED33A-B556-11A8-AC4C-0DFCE79099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1990" y="4148606"/>
            <a:ext cx="1805914" cy="447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18" name="Picture Placeholder 98">
            <a:extLst>
              <a:ext uri="{FF2B5EF4-FFF2-40B4-BE49-F238E27FC236}">
                <a16:creationId xmlns:a16="http://schemas.microsoft.com/office/drawing/2014/main" id="{B8CBCFD0-DD59-34E7-A33A-F73B47CC93C1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8196719" y="2374679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19" name="Text Placeholder 101">
            <a:extLst>
              <a:ext uri="{FF2B5EF4-FFF2-40B4-BE49-F238E27FC236}">
                <a16:creationId xmlns:a16="http://schemas.microsoft.com/office/drawing/2014/main" id="{62C583D8-AA0A-77C7-8933-E3343B7F55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6715" y="3679791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20" name="Text Placeholder 101">
            <a:extLst>
              <a:ext uri="{FF2B5EF4-FFF2-40B4-BE49-F238E27FC236}">
                <a16:creationId xmlns:a16="http://schemas.microsoft.com/office/drawing/2014/main" id="{A98705A9-096D-F0C7-CDCB-B0F21E1689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6716" y="4148606"/>
            <a:ext cx="1805914" cy="447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21" name="Picture Placeholder 98">
            <a:extLst>
              <a:ext uri="{FF2B5EF4-FFF2-40B4-BE49-F238E27FC236}">
                <a16:creationId xmlns:a16="http://schemas.microsoft.com/office/drawing/2014/main" id="{9D458357-1E27-FD9D-525D-5DEA0A01C98C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0143562" y="2374679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22" name="Text Placeholder 101">
            <a:extLst>
              <a:ext uri="{FF2B5EF4-FFF2-40B4-BE49-F238E27FC236}">
                <a16:creationId xmlns:a16="http://schemas.microsoft.com/office/drawing/2014/main" id="{89126EBE-0151-1592-0027-71B26A6EF8F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43562" y="3679791"/>
            <a:ext cx="1706329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23" name="Text Placeholder 101">
            <a:extLst>
              <a:ext uri="{FF2B5EF4-FFF2-40B4-BE49-F238E27FC236}">
                <a16:creationId xmlns:a16="http://schemas.microsoft.com/office/drawing/2014/main" id="{5DB4B2A9-BF3C-EBD9-76DC-916B3BD60A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43563" y="4148606"/>
            <a:ext cx="1706330" cy="447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44EB669-4832-8D2C-E358-9740A0CE46CC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528826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x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6"/>
            <a:ext cx="5442296" cy="3014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43" name="Picture Placeholder 98">
            <a:extLst>
              <a:ext uri="{FF2B5EF4-FFF2-40B4-BE49-F238E27FC236}">
                <a16:creationId xmlns:a16="http://schemas.microsoft.com/office/drawing/2014/main" id="{D06CA9A8-BA64-DDF1-83C9-682B283E917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09338" y="1523828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44" name="Text Placeholder 101">
            <a:extLst>
              <a:ext uri="{FF2B5EF4-FFF2-40B4-BE49-F238E27FC236}">
                <a16:creationId xmlns:a16="http://schemas.microsoft.com/office/drawing/2014/main" id="{0ACF4C49-D33E-465D-36F1-4BD36FAFD5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9336" y="2828940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 </a:t>
            </a:r>
            <a:endParaRPr lang="en-EE"/>
          </a:p>
        </p:txBody>
      </p:sp>
      <p:sp>
        <p:nvSpPr>
          <p:cNvPr id="45" name="Text Placeholder 101">
            <a:extLst>
              <a:ext uri="{FF2B5EF4-FFF2-40B4-BE49-F238E27FC236}">
                <a16:creationId xmlns:a16="http://schemas.microsoft.com/office/drawing/2014/main" id="{FD4FC20B-1301-1061-E3F7-335E7E3664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9337" y="3297756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46" name="Picture Placeholder 98">
            <a:extLst>
              <a:ext uri="{FF2B5EF4-FFF2-40B4-BE49-F238E27FC236}">
                <a16:creationId xmlns:a16="http://schemas.microsoft.com/office/drawing/2014/main" id="{EF6B95FE-CAD8-CA0F-4480-2544897956A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348300" y="1523828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47" name="Text Placeholder 101">
            <a:extLst>
              <a:ext uri="{FF2B5EF4-FFF2-40B4-BE49-F238E27FC236}">
                <a16:creationId xmlns:a16="http://schemas.microsoft.com/office/drawing/2014/main" id="{25C1A747-A0AC-EEB2-E2E8-BE26C220D4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1910" y="2828940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48" name="Text Placeholder 101">
            <a:extLst>
              <a:ext uri="{FF2B5EF4-FFF2-40B4-BE49-F238E27FC236}">
                <a16:creationId xmlns:a16="http://schemas.microsoft.com/office/drawing/2014/main" id="{4F86B047-9E09-E1CD-9FCC-0FA5361240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41911" y="3297756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49" name="Picture Placeholder 98">
            <a:extLst>
              <a:ext uri="{FF2B5EF4-FFF2-40B4-BE49-F238E27FC236}">
                <a16:creationId xmlns:a16="http://schemas.microsoft.com/office/drawing/2014/main" id="{A00AD90C-055B-7095-C430-330AF9FF109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4271496" y="1523828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50" name="Text Placeholder 101">
            <a:extLst>
              <a:ext uri="{FF2B5EF4-FFF2-40B4-BE49-F238E27FC236}">
                <a16:creationId xmlns:a16="http://schemas.microsoft.com/office/drawing/2014/main" id="{8AB1E010-7AD6-89C1-C3CB-CA4E89FAA6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71494" y="2828940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51" name="Text Placeholder 101">
            <a:extLst>
              <a:ext uri="{FF2B5EF4-FFF2-40B4-BE49-F238E27FC236}">
                <a16:creationId xmlns:a16="http://schemas.microsoft.com/office/drawing/2014/main" id="{534662FA-9223-A203-D1C8-679DC020D4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71495" y="3297756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52" name="Picture Placeholder 98">
            <a:extLst>
              <a:ext uri="{FF2B5EF4-FFF2-40B4-BE49-F238E27FC236}">
                <a16:creationId xmlns:a16="http://schemas.microsoft.com/office/drawing/2014/main" id="{C9357460-A65B-EEC1-945E-D962629F8231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6226225" y="1523828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53" name="Text Placeholder 101">
            <a:extLst>
              <a:ext uri="{FF2B5EF4-FFF2-40B4-BE49-F238E27FC236}">
                <a16:creationId xmlns:a16="http://schemas.microsoft.com/office/drawing/2014/main" id="{1F2E1FFC-7124-0F00-26C8-AE55130188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6223" y="2828940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54" name="Text Placeholder 101">
            <a:extLst>
              <a:ext uri="{FF2B5EF4-FFF2-40B4-BE49-F238E27FC236}">
                <a16:creationId xmlns:a16="http://schemas.microsoft.com/office/drawing/2014/main" id="{70972315-CD35-279A-8CF3-1CAADA083D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26224" y="3297756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55" name="Picture Placeholder 98">
            <a:extLst>
              <a:ext uri="{FF2B5EF4-FFF2-40B4-BE49-F238E27FC236}">
                <a16:creationId xmlns:a16="http://schemas.microsoft.com/office/drawing/2014/main" id="{CFBF8175-5D05-2796-7CA2-6FF729F0C0BC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8180953" y="1523828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56" name="Text Placeholder 101">
            <a:extLst>
              <a:ext uri="{FF2B5EF4-FFF2-40B4-BE49-F238E27FC236}">
                <a16:creationId xmlns:a16="http://schemas.microsoft.com/office/drawing/2014/main" id="{65EA7827-8DC0-6B56-08C6-D4CA228CAD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80949" y="2828940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57" name="Text Placeholder 101">
            <a:extLst>
              <a:ext uri="{FF2B5EF4-FFF2-40B4-BE49-F238E27FC236}">
                <a16:creationId xmlns:a16="http://schemas.microsoft.com/office/drawing/2014/main" id="{02A586B6-F11D-7AA5-12CC-3BE1112D18F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80950" y="3297756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58" name="Picture Placeholder 98">
            <a:extLst>
              <a:ext uri="{FF2B5EF4-FFF2-40B4-BE49-F238E27FC236}">
                <a16:creationId xmlns:a16="http://schemas.microsoft.com/office/drawing/2014/main" id="{9B1F8FAB-22AA-CAE7-7236-77144F1AD7A5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0127796" y="1523828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59" name="Text Placeholder 101">
            <a:extLst>
              <a:ext uri="{FF2B5EF4-FFF2-40B4-BE49-F238E27FC236}">
                <a16:creationId xmlns:a16="http://schemas.microsoft.com/office/drawing/2014/main" id="{67788F27-D95A-8BF2-6F81-06508DC5DDC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27796" y="2828940"/>
            <a:ext cx="1706329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60" name="Text Placeholder 101">
            <a:extLst>
              <a:ext uri="{FF2B5EF4-FFF2-40B4-BE49-F238E27FC236}">
                <a16:creationId xmlns:a16="http://schemas.microsoft.com/office/drawing/2014/main" id="{4D1C3CDF-5EAF-807F-CE36-4E1AFEC895F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27797" y="3297756"/>
            <a:ext cx="1706330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61" name="Picture Placeholder 98">
            <a:extLst>
              <a:ext uri="{FF2B5EF4-FFF2-40B4-BE49-F238E27FC236}">
                <a16:creationId xmlns:a16="http://schemas.microsoft.com/office/drawing/2014/main" id="{B5124880-5AAB-C797-AA7A-A5572AC10936}"/>
              </a:ext>
            </a:extLst>
          </p:cNvPr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409338" y="3888655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62" name="Text Placeholder 101">
            <a:extLst>
              <a:ext uri="{FF2B5EF4-FFF2-40B4-BE49-F238E27FC236}">
                <a16:creationId xmlns:a16="http://schemas.microsoft.com/office/drawing/2014/main" id="{A9080203-8253-A22F-8EF1-0E7C7986D39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09336" y="5193767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 </a:t>
            </a:r>
            <a:endParaRPr lang="en-EE"/>
          </a:p>
        </p:txBody>
      </p:sp>
      <p:sp>
        <p:nvSpPr>
          <p:cNvPr id="63" name="Text Placeholder 101">
            <a:extLst>
              <a:ext uri="{FF2B5EF4-FFF2-40B4-BE49-F238E27FC236}">
                <a16:creationId xmlns:a16="http://schemas.microsoft.com/office/drawing/2014/main" id="{11CD42AB-83D4-582A-477D-4246B18C990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09337" y="5662583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64" name="Picture Placeholder 98">
            <a:extLst>
              <a:ext uri="{FF2B5EF4-FFF2-40B4-BE49-F238E27FC236}">
                <a16:creationId xmlns:a16="http://schemas.microsoft.com/office/drawing/2014/main" id="{7C70B6AE-C2EB-D57C-0CE3-AD70E1129F05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2348300" y="3888655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65" name="Text Placeholder 101">
            <a:extLst>
              <a:ext uri="{FF2B5EF4-FFF2-40B4-BE49-F238E27FC236}">
                <a16:creationId xmlns:a16="http://schemas.microsoft.com/office/drawing/2014/main" id="{B36D6A4D-FC45-44CF-FCDD-62A6BD33DC0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41910" y="5193767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66" name="Text Placeholder 101">
            <a:extLst>
              <a:ext uri="{FF2B5EF4-FFF2-40B4-BE49-F238E27FC236}">
                <a16:creationId xmlns:a16="http://schemas.microsoft.com/office/drawing/2014/main" id="{79AB4291-D5C6-FBC5-8597-CD76EB616A0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41911" y="5662583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67" name="Picture Placeholder 98">
            <a:extLst>
              <a:ext uri="{FF2B5EF4-FFF2-40B4-BE49-F238E27FC236}">
                <a16:creationId xmlns:a16="http://schemas.microsoft.com/office/drawing/2014/main" id="{D5C00D60-CF9A-F726-C86E-697BD0BE6B8C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4271496" y="3888655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68" name="Text Placeholder 101">
            <a:extLst>
              <a:ext uri="{FF2B5EF4-FFF2-40B4-BE49-F238E27FC236}">
                <a16:creationId xmlns:a16="http://schemas.microsoft.com/office/drawing/2014/main" id="{B75CE10B-1878-5F6C-454D-EE7E93BEF7C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71494" y="5193767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69" name="Text Placeholder 101">
            <a:extLst>
              <a:ext uri="{FF2B5EF4-FFF2-40B4-BE49-F238E27FC236}">
                <a16:creationId xmlns:a16="http://schemas.microsoft.com/office/drawing/2014/main" id="{43CE6CF7-801D-95A6-8DE8-B9760B7DD3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1495" y="5662583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70" name="Picture Placeholder 98">
            <a:extLst>
              <a:ext uri="{FF2B5EF4-FFF2-40B4-BE49-F238E27FC236}">
                <a16:creationId xmlns:a16="http://schemas.microsoft.com/office/drawing/2014/main" id="{0E9A3B95-0EAF-AFD9-63D5-B0B49E4C5398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6226225" y="3888655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1" name="Text Placeholder 101">
            <a:extLst>
              <a:ext uri="{FF2B5EF4-FFF2-40B4-BE49-F238E27FC236}">
                <a16:creationId xmlns:a16="http://schemas.microsoft.com/office/drawing/2014/main" id="{04A766CC-3F8E-B9A0-67EA-2C6BD38C82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226223" y="5193767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72" name="Text Placeholder 101">
            <a:extLst>
              <a:ext uri="{FF2B5EF4-FFF2-40B4-BE49-F238E27FC236}">
                <a16:creationId xmlns:a16="http://schemas.microsoft.com/office/drawing/2014/main" id="{8FCA3E42-D07B-49C1-2705-C90614A3602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226224" y="5662583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73" name="Picture Placeholder 98">
            <a:extLst>
              <a:ext uri="{FF2B5EF4-FFF2-40B4-BE49-F238E27FC236}">
                <a16:creationId xmlns:a16="http://schemas.microsoft.com/office/drawing/2014/main" id="{6F588D04-E72B-F072-A7DA-DA72BB62BBBF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8180953" y="3888655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4" name="Text Placeholder 101">
            <a:extLst>
              <a:ext uri="{FF2B5EF4-FFF2-40B4-BE49-F238E27FC236}">
                <a16:creationId xmlns:a16="http://schemas.microsoft.com/office/drawing/2014/main" id="{D631F797-2017-0C12-D9D7-DED93109E84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180949" y="5193767"/>
            <a:ext cx="1805913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75" name="Text Placeholder 101">
            <a:extLst>
              <a:ext uri="{FF2B5EF4-FFF2-40B4-BE49-F238E27FC236}">
                <a16:creationId xmlns:a16="http://schemas.microsoft.com/office/drawing/2014/main" id="{0EBF6748-C1F6-1930-179E-649B1CA602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180950" y="5662583"/>
            <a:ext cx="1805914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76" name="Picture Placeholder 98">
            <a:extLst>
              <a:ext uri="{FF2B5EF4-FFF2-40B4-BE49-F238E27FC236}">
                <a16:creationId xmlns:a16="http://schemas.microsoft.com/office/drawing/2014/main" id="{05D6B4AC-3B13-E86B-3AA9-16E535F56F85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0127796" y="3888655"/>
            <a:ext cx="1253238" cy="12517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Manrope Light" pitchFamily="2" charset="0"/>
              </a:defRPr>
            </a:lvl1pPr>
          </a:lstStyle>
          <a:p>
            <a:r>
              <a:rPr lang="en-GB"/>
              <a:t>C</a:t>
            </a:r>
            <a:r>
              <a:rPr lang="en-EE"/>
              <a:t>lick to add portrait</a:t>
            </a:r>
          </a:p>
        </p:txBody>
      </p:sp>
      <p:sp>
        <p:nvSpPr>
          <p:cNvPr id="77" name="Text Placeholder 101">
            <a:extLst>
              <a:ext uri="{FF2B5EF4-FFF2-40B4-BE49-F238E27FC236}">
                <a16:creationId xmlns:a16="http://schemas.microsoft.com/office/drawing/2014/main" id="{AFB39CB0-FC7B-4C6C-CB37-69188C96A97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127796" y="5193767"/>
            <a:ext cx="1706329" cy="4531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rgbClr val="D02929"/>
                </a:solidFill>
                <a:latin typeface="Manrope Light" pitchFamily="2" charset="0"/>
              </a:defRPr>
            </a:lvl1pPr>
          </a:lstStyle>
          <a:p>
            <a:pPr lvl="0"/>
            <a:r>
              <a:rPr lang="en-GB"/>
              <a:t>Names</a:t>
            </a:r>
            <a:endParaRPr lang="en-EE"/>
          </a:p>
        </p:txBody>
      </p:sp>
      <p:sp>
        <p:nvSpPr>
          <p:cNvPr id="78" name="Text Placeholder 101">
            <a:extLst>
              <a:ext uri="{FF2B5EF4-FFF2-40B4-BE49-F238E27FC236}">
                <a16:creationId xmlns:a16="http://schemas.microsoft.com/office/drawing/2014/main" id="{610755A2-BF95-4DF7-E9C3-48781333711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127797" y="5662583"/>
            <a:ext cx="1706330" cy="3285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000" b="0" i="0">
                <a:solidFill>
                  <a:srgbClr val="191612"/>
                </a:solidFill>
                <a:latin typeface="Manrope Light" pitchFamily="2" charset="0"/>
                <a:ea typeface="Manrope Light" pitchFamily="2" charset="0"/>
              </a:defRPr>
            </a:lvl1pPr>
          </a:lstStyle>
          <a:p>
            <a:pPr lvl="0"/>
            <a:r>
              <a:rPr lang="en-GB"/>
              <a:t>Position</a:t>
            </a:r>
            <a:endParaRPr lang="en-E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47D839-4965-DB5B-8C13-FA1084CD8A0F}"/>
              </a:ext>
            </a:extLst>
          </p:cNvPr>
          <p:cNvSpPr>
            <a:spLocks noGrp="1"/>
          </p:cNvSpPr>
          <p:nvPr>
            <p:ph idx="68"/>
          </p:nvPr>
        </p:nvSpPr>
        <p:spPr>
          <a:xfrm>
            <a:off x="425103" y="769851"/>
            <a:ext cx="8876060" cy="60611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 spc="-100" baseline="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82834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07D2157-4F99-8930-8255-30B042A7BE89}"/>
              </a:ext>
            </a:extLst>
          </p:cNvPr>
          <p:cNvCxnSpPr/>
          <p:nvPr userDrawn="1"/>
        </p:nvCxnSpPr>
        <p:spPr>
          <a:xfrm>
            <a:off x="2957066" y="2190666"/>
            <a:ext cx="244366" cy="0"/>
          </a:xfrm>
          <a:prstGeom prst="straightConnector1">
            <a:avLst/>
          </a:prstGeom>
          <a:ln>
            <a:solidFill>
              <a:srgbClr val="47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FA43AE5-666E-D7E9-8589-3D25D4F2EDA8}"/>
              </a:ext>
            </a:extLst>
          </p:cNvPr>
          <p:cNvCxnSpPr/>
          <p:nvPr userDrawn="1"/>
        </p:nvCxnSpPr>
        <p:spPr>
          <a:xfrm>
            <a:off x="5842156" y="2190666"/>
            <a:ext cx="244366" cy="0"/>
          </a:xfrm>
          <a:prstGeom prst="straightConnector1">
            <a:avLst/>
          </a:prstGeom>
          <a:ln>
            <a:solidFill>
              <a:srgbClr val="47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4CE1108-81A2-4919-9960-E017E2D10B7D}"/>
              </a:ext>
            </a:extLst>
          </p:cNvPr>
          <p:cNvCxnSpPr/>
          <p:nvPr userDrawn="1"/>
        </p:nvCxnSpPr>
        <p:spPr>
          <a:xfrm>
            <a:off x="8743011" y="2190666"/>
            <a:ext cx="244366" cy="0"/>
          </a:xfrm>
          <a:prstGeom prst="straightConnector1">
            <a:avLst/>
          </a:prstGeom>
          <a:ln>
            <a:solidFill>
              <a:srgbClr val="47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3EE52CE-D129-A18E-88EE-E70B792C463D}"/>
              </a:ext>
            </a:extLst>
          </p:cNvPr>
          <p:cNvSpPr/>
          <p:nvPr userDrawn="1"/>
        </p:nvSpPr>
        <p:spPr>
          <a:xfrm>
            <a:off x="3241427" y="2640722"/>
            <a:ext cx="2695446" cy="3200674"/>
          </a:xfrm>
          <a:prstGeom prst="roundRect">
            <a:avLst>
              <a:gd name="adj" fmla="val 4092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Manrope Light" pitchFamily="2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DF95CE6-BCED-AF0A-DF71-B1FEC650FB8B}"/>
              </a:ext>
            </a:extLst>
          </p:cNvPr>
          <p:cNvSpPr/>
          <p:nvPr userDrawn="1"/>
        </p:nvSpPr>
        <p:spPr>
          <a:xfrm>
            <a:off x="6136113" y="2640722"/>
            <a:ext cx="2695446" cy="3200674"/>
          </a:xfrm>
          <a:prstGeom prst="roundRect">
            <a:avLst>
              <a:gd name="adj" fmla="val 4092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Manrope Light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18061E0-C037-A64C-D806-5B21EC866CEB}"/>
              </a:ext>
            </a:extLst>
          </p:cNvPr>
          <p:cNvSpPr/>
          <p:nvPr userDrawn="1"/>
        </p:nvSpPr>
        <p:spPr>
          <a:xfrm>
            <a:off x="9057748" y="2640722"/>
            <a:ext cx="2695446" cy="3200674"/>
          </a:xfrm>
          <a:prstGeom prst="roundRect">
            <a:avLst>
              <a:gd name="adj" fmla="val 4092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Manrope Light" pitchFamily="2" charset="0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AC1432BF-4EE8-4053-0A90-54BD4F673F36}"/>
              </a:ext>
            </a:extLst>
          </p:cNvPr>
          <p:cNvSpPr/>
          <p:nvPr userDrawn="1"/>
        </p:nvSpPr>
        <p:spPr>
          <a:xfrm>
            <a:off x="347299" y="1800000"/>
            <a:ext cx="11405895" cy="788275"/>
          </a:xfrm>
          <a:custGeom>
            <a:avLst/>
            <a:gdLst>
              <a:gd name="connsiteX0" fmla="*/ 8826065 w 11405895"/>
              <a:gd name="connsiteY0" fmla="*/ 0 h 788275"/>
              <a:gd name="connsiteX1" fmla="*/ 11290279 w 11405895"/>
              <a:gd name="connsiteY1" fmla="*/ 0 h 788275"/>
              <a:gd name="connsiteX2" fmla="*/ 11405895 w 11405895"/>
              <a:gd name="connsiteY2" fmla="*/ 115616 h 788275"/>
              <a:gd name="connsiteX3" fmla="*/ 11405895 w 11405895"/>
              <a:gd name="connsiteY3" fmla="*/ 672659 h 788275"/>
              <a:gd name="connsiteX4" fmla="*/ 11290279 w 11405895"/>
              <a:gd name="connsiteY4" fmla="*/ 788275 h 788275"/>
              <a:gd name="connsiteX5" fmla="*/ 8826065 w 11405895"/>
              <a:gd name="connsiteY5" fmla="*/ 788275 h 788275"/>
              <a:gd name="connsiteX6" fmla="*/ 8710449 w 11405895"/>
              <a:gd name="connsiteY6" fmla="*/ 672659 h 788275"/>
              <a:gd name="connsiteX7" fmla="*/ 8710449 w 11405895"/>
              <a:gd name="connsiteY7" fmla="*/ 115616 h 788275"/>
              <a:gd name="connsiteX8" fmla="*/ 8826065 w 11405895"/>
              <a:gd name="connsiteY8" fmla="*/ 0 h 788275"/>
              <a:gd name="connsiteX9" fmla="*/ 5904430 w 11405895"/>
              <a:gd name="connsiteY9" fmla="*/ 0 h 788275"/>
              <a:gd name="connsiteX10" fmla="*/ 8368644 w 11405895"/>
              <a:gd name="connsiteY10" fmla="*/ 0 h 788275"/>
              <a:gd name="connsiteX11" fmla="*/ 8484260 w 11405895"/>
              <a:gd name="connsiteY11" fmla="*/ 115616 h 788275"/>
              <a:gd name="connsiteX12" fmla="*/ 8484260 w 11405895"/>
              <a:gd name="connsiteY12" fmla="*/ 672659 h 788275"/>
              <a:gd name="connsiteX13" fmla="*/ 8368644 w 11405895"/>
              <a:gd name="connsiteY13" fmla="*/ 788275 h 788275"/>
              <a:gd name="connsiteX14" fmla="*/ 5904430 w 11405895"/>
              <a:gd name="connsiteY14" fmla="*/ 788275 h 788275"/>
              <a:gd name="connsiteX15" fmla="*/ 5788814 w 11405895"/>
              <a:gd name="connsiteY15" fmla="*/ 672659 h 788275"/>
              <a:gd name="connsiteX16" fmla="*/ 5788814 w 11405895"/>
              <a:gd name="connsiteY16" fmla="*/ 115616 h 788275"/>
              <a:gd name="connsiteX17" fmla="*/ 5904430 w 11405895"/>
              <a:gd name="connsiteY17" fmla="*/ 0 h 788275"/>
              <a:gd name="connsiteX18" fmla="*/ 3009744 w 11405895"/>
              <a:gd name="connsiteY18" fmla="*/ 0 h 788275"/>
              <a:gd name="connsiteX19" fmla="*/ 5473958 w 11405895"/>
              <a:gd name="connsiteY19" fmla="*/ 0 h 788275"/>
              <a:gd name="connsiteX20" fmla="*/ 5589574 w 11405895"/>
              <a:gd name="connsiteY20" fmla="*/ 115616 h 788275"/>
              <a:gd name="connsiteX21" fmla="*/ 5589574 w 11405895"/>
              <a:gd name="connsiteY21" fmla="*/ 672659 h 788275"/>
              <a:gd name="connsiteX22" fmla="*/ 5473958 w 11405895"/>
              <a:gd name="connsiteY22" fmla="*/ 788275 h 788275"/>
              <a:gd name="connsiteX23" fmla="*/ 3009744 w 11405895"/>
              <a:gd name="connsiteY23" fmla="*/ 788275 h 788275"/>
              <a:gd name="connsiteX24" fmla="*/ 2894128 w 11405895"/>
              <a:gd name="connsiteY24" fmla="*/ 672659 h 788275"/>
              <a:gd name="connsiteX25" fmla="*/ 2894128 w 11405895"/>
              <a:gd name="connsiteY25" fmla="*/ 115616 h 788275"/>
              <a:gd name="connsiteX26" fmla="*/ 3009744 w 11405895"/>
              <a:gd name="connsiteY26" fmla="*/ 0 h 788275"/>
              <a:gd name="connsiteX27" fmla="*/ 115616 w 11405895"/>
              <a:gd name="connsiteY27" fmla="*/ 0 h 788275"/>
              <a:gd name="connsiteX28" fmla="*/ 2579830 w 11405895"/>
              <a:gd name="connsiteY28" fmla="*/ 0 h 788275"/>
              <a:gd name="connsiteX29" fmla="*/ 2695446 w 11405895"/>
              <a:gd name="connsiteY29" fmla="*/ 115616 h 788275"/>
              <a:gd name="connsiteX30" fmla="*/ 2695446 w 11405895"/>
              <a:gd name="connsiteY30" fmla="*/ 672659 h 788275"/>
              <a:gd name="connsiteX31" fmla="*/ 2579830 w 11405895"/>
              <a:gd name="connsiteY31" fmla="*/ 788275 h 788275"/>
              <a:gd name="connsiteX32" fmla="*/ 115616 w 11405895"/>
              <a:gd name="connsiteY32" fmla="*/ 788275 h 788275"/>
              <a:gd name="connsiteX33" fmla="*/ 0 w 11405895"/>
              <a:gd name="connsiteY33" fmla="*/ 672659 h 788275"/>
              <a:gd name="connsiteX34" fmla="*/ 0 w 11405895"/>
              <a:gd name="connsiteY34" fmla="*/ 115616 h 788275"/>
              <a:gd name="connsiteX35" fmla="*/ 115616 w 11405895"/>
              <a:gd name="connsiteY35" fmla="*/ 0 h 788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405895" h="788275">
                <a:moveTo>
                  <a:pt x="8826065" y="0"/>
                </a:moveTo>
                <a:lnTo>
                  <a:pt x="11290279" y="0"/>
                </a:lnTo>
                <a:cubicBezTo>
                  <a:pt x="11354132" y="0"/>
                  <a:pt x="11405895" y="51763"/>
                  <a:pt x="11405895" y="115616"/>
                </a:cubicBezTo>
                <a:lnTo>
                  <a:pt x="11405895" y="672659"/>
                </a:lnTo>
                <a:cubicBezTo>
                  <a:pt x="11405895" y="736512"/>
                  <a:pt x="11354132" y="788275"/>
                  <a:pt x="11290279" y="788275"/>
                </a:cubicBezTo>
                <a:lnTo>
                  <a:pt x="8826065" y="788275"/>
                </a:lnTo>
                <a:cubicBezTo>
                  <a:pt x="8762212" y="788275"/>
                  <a:pt x="8710449" y="736512"/>
                  <a:pt x="8710449" y="672659"/>
                </a:cubicBezTo>
                <a:lnTo>
                  <a:pt x="8710449" y="115616"/>
                </a:lnTo>
                <a:cubicBezTo>
                  <a:pt x="8710449" y="51763"/>
                  <a:pt x="8762212" y="0"/>
                  <a:pt x="8826065" y="0"/>
                </a:cubicBezTo>
                <a:close/>
                <a:moveTo>
                  <a:pt x="5904430" y="0"/>
                </a:moveTo>
                <a:lnTo>
                  <a:pt x="8368644" y="0"/>
                </a:lnTo>
                <a:cubicBezTo>
                  <a:pt x="8432497" y="0"/>
                  <a:pt x="8484260" y="51763"/>
                  <a:pt x="8484260" y="115616"/>
                </a:cubicBezTo>
                <a:lnTo>
                  <a:pt x="8484260" y="672659"/>
                </a:lnTo>
                <a:cubicBezTo>
                  <a:pt x="8484260" y="736512"/>
                  <a:pt x="8432497" y="788275"/>
                  <a:pt x="8368644" y="788275"/>
                </a:cubicBezTo>
                <a:lnTo>
                  <a:pt x="5904430" y="788275"/>
                </a:lnTo>
                <a:cubicBezTo>
                  <a:pt x="5840577" y="788275"/>
                  <a:pt x="5788814" y="736512"/>
                  <a:pt x="5788814" y="672659"/>
                </a:cubicBezTo>
                <a:lnTo>
                  <a:pt x="5788814" y="115616"/>
                </a:lnTo>
                <a:cubicBezTo>
                  <a:pt x="5788814" y="51763"/>
                  <a:pt x="5840577" y="0"/>
                  <a:pt x="5904430" y="0"/>
                </a:cubicBezTo>
                <a:close/>
                <a:moveTo>
                  <a:pt x="3009744" y="0"/>
                </a:moveTo>
                <a:lnTo>
                  <a:pt x="5473958" y="0"/>
                </a:lnTo>
                <a:cubicBezTo>
                  <a:pt x="5537811" y="0"/>
                  <a:pt x="5589574" y="51763"/>
                  <a:pt x="5589574" y="115616"/>
                </a:cubicBezTo>
                <a:lnTo>
                  <a:pt x="5589574" y="672659"/>
                </a:lnTo>
                <a:cubicBezTo>
                  <a:pt x="5589574" y="736512"/>
                  <a:pt x="5537811" y="788275"/>
                  <a:pt x="5473958" y="788275"/>
                </a:cubicBezTo>
                <a:lnTo>
                  <a:pt x="3009744" y="788275"/>
                </a:lnTo>
                <a:cubicBezTo>
                  <a:pt x="2945891" y="788275"/>
                  <a:pt x="2894128" y="736512"/>
                  <a:pt x="2894128" y="672659"/>
                </a:cubicBezTo>
                <a:lnTo>
                  <a:pt x="2894128" y="115616"/>
                </a:lnTo>
                <a:cubicBezTo>
                  <a:pt x="2894128" y="51763"/>
                  <a:pt x="2945891" y="0"/>
                  <a:pt x="3009744" y="0"/>
                </a:cubicBezTo>
                <a:close/>
                <a:moveTo>
                  <a:pt x="115616" y="0"/>
                </a:moveTo>
                <a:lnTo>
                  <a:pt x="2579830" y="0"/>
                </a:lnTo>
                <a:cubicBezTo>
                  <a:pt x="2643683" y="0"/>
                  <a:pt x="2695446" y="51763"/>
                  <a:pt x="2695446" y="115616"/>
                </a:cubicBezTo>
                <a:lnTo>
                  <a:pt x="2695446" y="672659"/>
                </a:lnTo>
                <a:cubicBezTo>
                  <a:pt x="2695446" y="736512"/>
                  <a:pt x="2643683" y="788275"/>
                  <a:pt x="2579830" y="788275"/>
                </a:cubicBezTo>
                <a:lnTo>
                  <a:pt x="115616" y="788275"/>
                </a:lnTo>
                <a:cubicBezTo>
                  <a:pt x="51764" y="788275"/>
                  <a:pt x="0" y="736512"/>
                  <a:pt x="0" y="672659"/>
                </a:cubicBezTo>
                <a:lnTo>
                  <a:pt x="0" y="115616"/>
                </a:lnTo>
                <a:cubicBezTo>
                  <a:pt x="0" y="51763"/>
                  <a:pt x="51764" y="0"/>
                  <a:pt x="115616" y="0"/>
                </a:cubicBezTo>
                <a:close/>
              </a:path>
            </a:pathLst>
          </a:custGeom>
          <a:gradFill>
            <a:gsLst>
              <a:gs pos="0">
                <a:srgbClr val="EC5F27"/>
              </a:gs>
              <a:gs pos="51000">
                <a:srgbClr val="D02929"/>
              </a:gs>
              <a:gs pos="98000">
                <a:srgbClr val="47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CF51489-090B-1BD9-F4A5-483A6FAB2E53}"/>
              </a:ext>
            </a:extLst>
          </p:cNvPr>
          <p:cNvSpPr/>
          <p:nvPr userDrawn="1"/>
        </p:nvSpPr>
        <p:spPr>
          <a:xfrm>
            <a:off x="347299" y="2640722"/>
            <a:ext cx="2695446" cy="3200674"/>
          </a:xfrm>
          <a:prstGeom prst="roundRect">
            <a:avLst>
              <a:gd name="adj" fmla="val 4092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Manrope Ligh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3883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8038F4D-BB79-FBEC-8B8F-08BB812FCF9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6510" y="2736243"/>
            <a:ext cx="2513614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96737C9-25E1-686E-6662-0F58B7553B0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660" y="1924319"/>
            <a:ext cx="2513614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92BEC2E4-81D4-E3D0-262F-55F88CF57E4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340513" y="2736243"/>
            <a:ext cx="2513614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11AAF2A-E2D6-E05C-6F12-043F2559E1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43780" y="1924319"/>
            <a:ext cx="2513614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17B8576-E32D-73C2-EC74-9F8D106E7FA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42824" y="2736243"/>
            <a:ext cx="2513614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3465A89-8220-52E7-E23C-7CB0F9E332B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30325" y="1924319"/>
            <a:ext cx="2513614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7C813B87-32B5-C427-D099-ABBF50EDE26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44708" y="2736243"/>
            <a:ext cx="2513614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8ED8CFE-8135-AA7E-6B4C-10435F3368A4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163741" y="1924319"/>
            <a:ext cx="2513614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D2233A-63E8-C6DD-0672-DA144AA96C60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1248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1D10C52-B23C-9C52-E801-6EE15248B9B5}"/>
              </a:ext>
            </a:extLst>
          </p:cNvPr>
          <p:cNvSpPr/>
          <p:nvPr userDrawn="1"/>
        </p:nvSpPr>
        <p:spPr>
          <a:xfrm>
            <a:off x="347299" y="1800000"/>
            <a:ext cx="11323468" cy="780393"/>
          </a:xfrm>
          <a:custGeom>
            <a:avLst/>
            <a:gdLst>
              <a:gd name="connsiteX0" fmla="*/ 7982219 w 11323468"/>
              <a:gd name="connsiteY0" fmla="*/ 0 h 780393"/>
              <a:gd name="connsiteX1" fmla="*/ 11224007 w 11323468"/>
              <a:gd name="connsiteY1" fmla="*/ 0 h 780393"/>
              <a:gd name="connsiteX2" fmla="*/ 11323468 w 11323468"/>
              <a:gd name="connsiteY2" fmla="*/ 99461 h 780393"/>
              <a:gd name="connsiteX3" fmla="*/ 11323468 w 11323468"/>
              <a:gd name="connsiteY3" fmla="*/ 680932 h 780393"/>
              <a:gd name="connsiteX4" fmla="*/ 11224007 w 11323468"/>
              <a:gd name="connsiteY4" fmla="*/ 780393 h 780393"/>
              <a:gd name="connsiteX5" fmla="*/ 7982219 w 11323468"/>
              <a:gd name="connsiteY5" fmla="*/ 780393 h 780393"/>
              <a:gd name="connsiteX6" fmla="*/ 7882758 w 11323468"/>
              <a:gd name="connsiteY6" fmla="*/ 680932 h 780393"/>
              <a:gd name="connsiteX7" fmla="*/ 7882758 w 11323468"/>
              <a:gd name="connsiteY7" fmla="*/ 99461 h 780393"/>
              <a:gd name="connsiteX8" fmla="*/ 7982219 w 11323468"/>
              <a:gd name="connsiteY8" fmla="*/ 0 h 780393"/>
              <a:gd name="connsiteX9" fmla="*/ 4040839 w 11323468"/>
              <a:gd name="connsiteY9" fmla="*/ 0 h 780393"/>
              <a:gd name="connsiteX10" fmla="*/ 7282627 w 11323468"/>
              <a:gd name="connsiteY10" fmla="*/ 0 h 780393"/>
              <a:gd name="connsiteX11" fmla="*/ 7382088 w 11323468"/>
              <a:gd name="connsiteY11" fmla="*/ 99461 h 780393"/>
              <a:gd name="connsiteX12" fmla="*/ 7382088 w 11323468"/>
              <a:gd name="connsiteY12" fmla="*/ 680932 h 780393"/>
              <a:gd name="connsiteX13" fmla="*/ 7282627 w 11323468"/>
              <a:gd name="connsiteY13" fmla="*/ 780393 h 780393"/>
              <a:gd name="connsiteX14" fmla="*/ 4040839 w 11323468"/>
              <a:gd name="connsiteY14" fmla="*/ 780393 h 780393"/>
              <a:gd name="connsiteX15" fmla="*/ 3941378 w 11323468"/>
              <a:gd name="connsiteY15" fmla="*/ 680932 h 780393"/>
              <a:gd name="connsiteX16" fmla="*/ 3941378 w 11323468"/>
              <a:gd name="connsiteY16" fmla="*/ 99461 h 780393"/>
              <a:gd name="connsiteX17" fmla="*/ 4040839 w 11323468"/>
              <a:gd name="connsiteY17" fmla="*/ 0 h 780393"/>
              <a:gd name="connsiteX18" fmla="*/ 99461 w 11323468"/>
              <a:gd name="connsiteY18" fmla="*/ 0 h 780393"/>
              <a:gd name="connsiteX19" fmla="*/ 3341249 w 11323468"/>
              <a:gd name="connsiteY19" fmla="*/ 0 h 780393"/>
              <a:gd name="connsiteX20" fmla="*/ 3440711 w 11323468"/>
              <a:gd name="connsiteY20" fmla="*/ 99461 h 780393"/>
              <a:gd name="connsiteX21" fmla="*/ 3440711 w 11323468"/>
              <a:gd name="connsiteY21" fmla="*/ 680932 h 780393"/>
              <a:gd name="connsiteX22" fmla="*/ 3341249 w 11323468"/>
              <a:gd name="connsiteY22" fmla="*/ 780393 h 780393"/>
              <a:gd name="connsiteX23" fmla="*/ 99461 w 11323468"/>
              <a:gd name="connsiteY23" fmla="*/ 780393 h 780393"/>
              <a:gd name="connsiteX24" fmla="*/ 0 w 11323468"/>
              <a:gd name="connsiteY24" fmla="*/ 680932 h 780393"/>
              <a:gd name="connsiteX25" fmla="*/ 0 w 11323468"/>
              <a:gd name="connsiteY25" fmla="*/ 99461 h 780393"/>
              <a:gd name="connsiteX26" fmla="*/ 99461 w 11323468"/>
              <a:gd name="connsiteY26" fmla="*/ 0 h 780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323468" h="780393">
                <a:moveTo>
                  <a:pt x="7982219" y="0"/>
                </a:moveTo>
                <a:lnTo>
                  <a:pt x="11224007" y="0"/>
                </a:lnTo>
                <a:cubicBezTo>
                  <a:pt x="11278938" y="0"/>
                  <a:pt x="11323468" y="44530"/>
                  <a:pt x="11323468" y="99461"/>
                </a:cubicBezTo>
                <a:lnTo>
                  <a:pt x="11323468" y="680932"/>
                </a:lnTo>
                <a:cubicBezTo>
                  <a:pt x="11323468" y="735863"/>
                  <a:pt x="11278938" y="780393"/>
                  <a:pt x="11224007" y="780393"/>
                </a:cubicBezTo>
                <a:lnTo>
                  <a:pt x="7982219" y="780393"/>
                </a:lnTo>
                <a:cubicBezTo>
                  <a:pt x="7927288" y="780393"/>
                  <a:pt x="7882758" y="735863"/>
                  <a:pt x="7882758" y="680932"/>
                </a:cubicBezTo>
                <a:lnTo>
                  <a:pt x="7882758" y="99461"/>
                </a:lnTo>
                <a:cubicBezTo>
                  <a:pt x="7882758" y="44530"/>
                  <a:pt x="7927288" y="0"/>
                  <a:pt x="7982219" y="0"/>
                </a:cubicBezTo>
                <a:close/>
                <a:moveTo>
                  <a:pt x="4040839" y="0"/>
                </a:moveTo>
                <a:lnTo>
                  <a:pt x="7282627" y="0"/>
                </a:lnTo>
                <a:cubicBezTo>
                  <a:pt x="7337558" y="0"/>
                  <a:pt x="7382088" y="44530"/>
                  <a:pt x="7382088" y="99461"/>
                </a:cubicBezTo>
                <a:lnTo>
                  <a:pt x="7382088" y="680932"/>
                </a:lnTo>
                <a:cubicBezTo>
                  <a:pt x="7382088" y="735863"/>
                  <a:pt x="7337558" y="780393"/>
                  <a:pt x="7282627" y="780393"/>
                </a:cubicBezTo>
                <a:lnTo>
                  <a:pt x="4040839" y="780393"/>
                </a:lnTo>
                <a:cubicBezTo>
                  <a:pt x="3985908" y="780393"/>
                  <a:pt x="3941378" y="735863"/>
                  <a:pt x="3941378" y="680932"/>
                </a:cubicBezTo>
                <a:lnTo>
                  <a:pt x="3941378" y="99461"/>
                </a:lnTo>
                <a:cubicBezTo>
                  <a:pt x="3941378" y="44530"/>
                  <a:pt x="3985908" y="0"/>
                  <a:pt x="4040839" y="0"/>
                </a:cubicBezTo>
                <a:close/>
                <a:moveTo>
                  <a:pt x="99461" y="0"/>
                </a:moveTo>
                <a:lnTo>
                  <a:pt x="3341249" y="0"/>
                </a:lnTo>
                <a:cubicBezTo>
                  <a:pt x="3396180" y="0"/>
                  <a:pt x="3440711" y="44530"/>
                  <a:pt x="3440711" y="99461"/>
                </a:cubicBezTo>
                <a:lnTo>
                  <a:pt x="3440711" y="680932"/>
                </a:lnTo>
                <a:cubicBezTo>
                  <a:pt x="3440711" y="735863"/>
                  <a:pt x="3396180" y="780393"/>
                  <a:pt x="3341249" y="780393"/>
                </a:cubicBezTo>
                <a:lnTo>
                  <a:pt x="99461" y="780393"/>
                </a:lnTo>
                <a:cubicBezTo>
                  <a:pt x="44530" y="780393"/>
                  <a:pt x="0" y="735863"/>
                  <a:pt x="0" y="680932"/>
                </a:cubicBezTo>
                <a:lnTo>
                  <a:pt x="0" y="99461"/>
                </a:lnTo>
                <a:cubicBezTo>
                  <a:pt x="0" y="44530"/>
                  <a:pt x="44530" y="0"/>
                  <a:pt x="99461" y="0"/>
                </a:cubicBezTo>
                <a:close/>
              </a:path>
            </a:pathLst>
          </a:custGeom>
          <a:gradFill>
            <a:gsLst>
              <a:gs pos="0">
                <a:srgbClr val="EC5F27"/>
              </a:gs>
              <a:gs pos="51000">
                <a:srgbClr val="D02929"/>
              </a:gs>
              <a:gs pos="98000">
                <a:srgbClr val="47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11AAF2A-E2D6-E05C-6F12-043F2559E1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1600" y="1932095"/>
            <a:ext cx="3208603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96737C9-25E1-686E-6662-0F58B7553B0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73425" y="1932095"/>
            <a:ext cx="3208603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07D2157-4F99-8930-8255-30B042A7BE89}"/>
              </a:ext>
            </a:extLst>
          </p:cNvPr>
          <p:cNvCxnSpPr>
            <a:cxnSpLocks/>
          </p:cNvCxnSpPr>
          <p:nvPr userDrawn="1"/>
        </p:nvCxnSpPr>
        <p:spPr>
          <a:xfrm>
            <a:off x="3866839" y="2198442"/>
            <a:ext cx="311931" cy="0"/>
          </a:xfrm>
          <a:prstGeom prst="straightConnector1">
            <a:avLst/>
          </a:prstGeom>
          <a:ln>
            <a:solidFill>
              <a:srgbClr val="47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FA43AE5-666E-D7E9-8589-3D25D4F2EDA8}"/>
              </a:ext>
            </a:extLst>
          </p:cNvPr>
          <p:cNvCxnSpPr>
            <a:cxnSpLocks/>
          </p:cNvCxnSpPr>
          <p:nvPr userDrawn="1"/>
        </p:nvCxnSpPr>
        <p:spPr>
          <a:xfrm>
            <a:off x="7804963" y="2198442"/>
            <a:ext cx="311931" cy="0"/>
          </a:xfrm>
          <a:prstGeom prst="straightConnector1">
            <a:avLst/>
          </a:prstGeom>
          <a:ln>
            <a:solidFill>
              <a:srgbClr val="47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3EE52CE-D129-A18E-88EE-E70B792C463D}"/>
              </a:ext>
            </a:extLst>
          </p:cNvPr>
          <p:cNvSpPr/>
          <p:nvPr userDrawn="1"/>
        </p:nvSpPr>
        <p:spPr>
          <a:xfrm>
            <a:off x="4289833" y="2640722"/>
            <a:ext cx="3440710" cy="3200674"/>
          </a:xfrm>
          <a:prstGeom prst="roundRect">
            <a:avLst>
              <a:gd name="adj" fmla="val 4092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Manrope Light" pitchFamily="2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DF95CE6-BCED-AF0A-DF71-B1FEC650FB8B}"/>
              </a:ext>
            </a:extLst>
          </p:cNvPr>
          <p:cNvSpPr/>
          <p:nvPr userDrawn="1"/>
        </p:nvSpPr>
        <p:spPr>
          <a:xfrm>
            <a:off x="8225044" y="2640722"/>
            <a:ext cx="3440710" cy="3200674"/>
          </a:xfrm>
          <a:prstGeom prst="roundRect">
            <a:avLst>
              <a:gd name="adj" fmla="val 4092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Manrope Light" pitchFamily="2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CF51489-090B-1BD9-F4A5-483A6FAB2E53}"/>
              </a:ext>
            </a:extLst>
          </p:cNvPr>
          <p:cNvSpPr/>
          <p:nvPr userDrawn="1"/>
        </p:nvSpPr>
        <p:spPr>
          <a:xfrm>
            <a:off x="347299" y="2640722"/>
            <a:ext cx="3440710" cy="3200674"/>
          </a:xfrm>
          <a:prstGeom prst="roundRect">
            <a:avLst>
              <a:gd name="adj" fmla="val 4092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Manrope Ligh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3883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8038F4D-BB79-FBEC-8B8F-08BB812FCF9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2275" y="2736243"/>
            <a:ext cx="3208603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92BEC2E4-81D4-E3D0-262F-55F88CF57E4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28333" y="2736243"/>
            <a:ext cx="3208603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17B8576-E32D-73C2-EC74-9F8D106E7FA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355403" y="2736243"/>
            <a:ext cx="3208603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3465A89-8220-52E7-E23C-7CB0F9E332B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342904" y="1932095"/>
            <a:ext cx="3208603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7D6A94-5DCC-94A7-80D7-4D348B7B0F70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33448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EA6BBAE5-A338-5544-3F6E-192BE343F136}"/>
              </a:ext>
            </a:extLst>
          </p:cNvPr>
          <p:cNvSpPr/>
          <p:nvPr userDrawn="1"/>
        </p:nvSpPr>
        <p:spPr>
          <a:xfrm>
            <a:off x="347299" y="1800000"/>
            <a:ext cx="11418441" cy="780393"/>
          </a:xfrm>
          <a:custGeom>
            <a:avLst/>
            <a:gdLst>
              <a:gd name="connsiteX0" fmla="*/ 6048398 w 11418441"/>
              <a:gd name="connsiteY0" fmla="*/ 0 h 780393"/>
              <a:gd name="connsiteX1" fmla="*/ 11318980 w 11418441"/>
              <a:gd name="connsiteY1" fmla="*/ 0 h 780393"/>
              <a:gd name="connsiteX2" fmla="*/ 11418441 w 11418441"/>
              <a:gd name="connsiteY2" fmla="*/ 99461 h 780393"/>
              <a:gd name="connsiteX3" fmla="*/ 11418441 w 11418441"/>
              <a:gd name="connsiteY3" fmla="*/ 680932 h 780393"/>
              <a:gd name="connsiteX4" fmla="*/ 11318980 w 11418441"/>
              <a:gd name="connsiteY4" fmla="*/ 780393 h 780393"/>
              <a:gd name="connsiteX5" fmla="*/ 6048398 w 11418441"/>
              <a:gd name="connsiteY5" fmla="*/ 780393 h 780393"/>
              <a:gd name="connsiteX6" fmla="*/ 5948937 w 11418441"/>
              <a:gd name="connsiteY6" fmla="*/ 680932 h 780393"/>
              <a:gd name="connsiteX7" fmla="*/ 5948937 w 11418441"/>
              <a:gd name="connsiteY7" fmla="*/ 99461 h 780393"/>
              <a:gd name="connsiteX8" fmla="*/ 6048398 w 11418441"/>
              <a:gd name="connsiteY8" fmla="*/ 0 h 780393"/>
              <a:gd name="connsiteX9" fmla="*/ 99461 w 11418441"/>
              <a:gd name="connsiteY9" fmla="*/ 0 h 780393"/>
              <a:gd name="connsiteX10" fmla="*/ 5370043 w 11418441"/>
              <a:gd name="connsiteY10" fmla="*/ 0 h 780393"/>
              <a:gd name="connsiteX11" fmla="*/ 5469504 w 11418441"/>
              <a:gd name="connsiteY11" fmla="*/ 99461 h 780393"/>
              <a:gd name="connsiteX12" fmla="*/ 5469504 w 11418441"/>
              <a:gd name="connsiteY12" fmla="*/ 680932 h 780393"/>
              <a:gd name="connsiteX13" fmla="*/ 5370043 w 11418441"/>
              <a:gd name="connsiteY13" fmla="*/ 780393 h 780393"/>
              <a:gd name="connsiteX14" fmla="*/ 99461 w 11418441"/>
              <a:gd name="connsiteY14" fmla="*/ 780393 h 780393"/>
              <a:gd name="connsiteX15" fmla="*/ 0 w 11418441"/>
              <a:gd name="connsiteY15" fmla="*/ 680932 h 780393"/>
              <a:gd name="connsiteX16" fmla="*/ 0 w 11418441"/>
              <a:gd name="connsiteY16" fmla="*/ 99461 h 780393"/>
              <a:gd name="connsiteX17" fmla="*/ 99461 w 11418441"/>
              <a:gd name="connsiteY17" fmla="*/ 0 h 780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418441" h="780393">
                <a:moveTo>
                  <a:pt x="6048398" y="0"/>
                </a:moveTo>
                <a:lnTo>
                  <a:pt x="11318980" y="0"/>
                </a:lnTo>
                <a:cubicBezTo>
                  <a:pt x="11373911" y="0"/>
                  <a:pt x="11418441" y="44530"/>
                  <a:pt x="11418441" y="99461"/>
                </a:cubicBezTo>
                <a:lnTo>
                  <a:pt x="11418441" y="680932"/>
                </a:lnTo>
                <a:cubicBezTo>
                  <a:pt x="11418441" y="735863"/>
                  <a:pt x="11373911" y="780393"/>
                  <a:pt x="11318980" y="780393"/>
                </a:cubicBezTo>
                <a:lnTo>
                  <a:pt x="6048398" y="780393"/>
                </a:lnTo>
                <a:cubicBezTo>
                  <a:pt x="5993467" y="780393"/>
                  <a:pt x="5948937" y="735863"/>
                  <a:pt x="5948937" y="680932"/>
                </a:cubicBezTo>
                <a:lnTo>
                  <a:pt x="5948937" y="99461"/>
                </a:lnTo>
                <a:cubicBezTo>
                  <a:pt x="5948937" y="44530"/>
                  <a:pt x="5993467" y="0"/>
                  <a:pt x="6048398" y="0"/>
                </a:cubicBezTo>
                <a:close/>
                <a:moveTo>
                  <a:pt x="99461" y="0"/>
                </a:moveTo>
                <a:lnTo>
                  <a:pt x="5370043" y="0"/>
                </a:lnTo>
                <a:cubicBezTo>
                  <a:pt x="5424974" y="0"/>
                  <a:pt x="5469504" y="44530"/>
                  <a:pt x="5469504" y="99461"/>
                </a:cubicBezTo>
                <a:lnTo>
                  <a:pt x="5469504" y="680932"/>
                </a:lnTo>
                <a:cubicBezTo>
                  <a:pt x="5469504" y="735863"/>
                  <a:pt x="5424974" y="780393"/>
                  <a:pt x="5370043" y="780393"/>
                </a:cubicBezTo>
                <a:lnTo>
                  <a:pt x="99461" y="780393"/>
                </a:lnTo>
                <a:cubicBezTo>
                  <a:pt x="44530" y="780393"/>
                  <a:pt x="0" y="735863"/>
                  <a:pt x="0" y="680932"/>
                </a:cubicBezTo>
                <a:lnTo>
                  <a:pt x="0" y="99461"/>
                </a:lnTo>
                <a:cubicBezTo>
                  <a:pt x="0" y="44530"/>
                  <a:pt x="44530" y="0"/>
                  <a:pt x="99461" y="0"/>
                </a:cubicBezTo>
                <a:close/>
              </a:path>
            </a:pathLst>
          </a:custGeom>
          <a:gradFill>
            <a:gsLst>
              <a:gs pos="0">
                <a:srgbClr val="EC5F27"/>
              </a:gs>
              <a:gs pos="51000">
                <a:srgbClr val="D02929"/>
              </a:gs>
              <a:gs pos="98000">
                <a:srgbClr val="47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11AAF2A-E2D6-E05C-6F12-043F2559E1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39159" y="1912911"/>
            <a:ext cx="5100536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96737C9-25E1-686E-6662-0F58B7553B0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04957" y="1912911"/>
            <a:ext cx="5100536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3EE52CE-D129-A18E-88EE-E70B792C463D}"/>
              </a:ext>
            </a:extLst>
          </p:cNvPr>
          <p:cNvSpPr/>
          <p:nvPr userDrawn="1"/>
        </p:nvSpPr>
        <p:spPr>
          <a:xfrm>
            <a:off x="6297392" y="2644104"/>
            <a:ext cx="5469504" cy="3200674"/>
          </a:xfrm>
          <a:prstGeom prst="roundRect">
            <a:avLst>
              <a:gd name="adj" fmla="val 4092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Manrope Light" pitchFamily="2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CF51489-090B-1BD9-F4A5-483A6FAB2E53}"/>
              </a:ext>
            </a:extLst>
          </p:cNvPr>
          <p:cNvSpPr/>
          <p:nvPr userDrawn="1"/>
        </p:nvSpPr>
        <p:spPr>
          <a:xfrm>
            <a:off x="347299" y="2644104"/>
            <a:ext cx="5469504" cy="3200674"/>
          </a:xfrm>
          <a:prstGeom prst="roundRect">
            <a:avLst>
              <a:gd name="adj" fmla="val 4092"/>
            </a:avLst>
          </a:prstGeom>
          <a:solidFill>
            <a:srgbClr val="F2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Manrope Ligh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3883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8038F4D-BB79-FBEC-8B8F-08BB812FCF9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93807" y="2739625"/>
            <a:ext cx="5100536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92BEC2E4-81D4-E3D0-262F-55F88CF57E4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5892" y="2739625"/>
            <a:ext cx="5100536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9D60DE-F296-A028-649A-696AE7F7C981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0A68A7-A49D-A34A-F985-7DC07195835B}"/>
              </a:ext>
            </a:extLst>
          </p:cNvPr>
          <p:cNvCxnSpPr>
            <a:cxnSpLocks/>
          </p:cNvCxnSpPr>
          <p:nvPr userDrawn="1"/>
        </p:nvCxnSpPr>
        <p:spPr>
          <a:xfrm>
            <a:off x="5905154" y="2207068"/>
            <a:ext cx="311931" cy="0"/>
          </a:xfrm>
          <a:prstGeom prst="straightConnector1">
            <a:avLst/>
          </a:prstGeom>
          <a:ln>
            <a:solidFill>
              <a:srgbClr val="47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913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x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CF51489-090B-1BD9-F4A5-483A6FAB2E53}"/>
              </a:ext>
            </a:extLst>
          </p:cNvPr>
          <p:cNvSpPr/>
          <p:nvPr userDrawn="1"/>
        </p:nvSpPr>
        <p:spPr>
          <a:xfrm>
            <a:off x="347299" y="1800000"/>
            <a:ext cx="3440710" cy="3988945"/>
          </a:xfrm>
          <a:prstGeom prst="roundRect">
            <a:avLst>
              <a:gd name="adj" fmla="val 4092"/>
            </a:avLst>
          </a:prstGeom>
          <a:solidFill>
            <a:srgbClr val="47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3EE52CE-D129-A18E-88EE-E70B792C463D}"/>
              </a:ext>
            </a:extLst>
          </p:cNvPr>
          <p:cNvSpPr/>
          <p:nvPr userDrawn="1"/>
        </p:nvSpPr>
        <p:spPr>
          <a:xfrm>
            <a:off x="4289833" y="1800000"/>
            <a:ext cx="3440710" cy="3988945"/>
          </a:xfrm>
          <a:prstGeom prst="roundRect">
            <a:avLst>
              <a:gd name="adj" fmla="val 4092"/>
            </a:avLst>
          </a:prstGeom>
          <a:solidFill>
            <a:srgbClr val="47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11AAF2A-E2D6-E05C-6F12-043F2559E1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31600" y="1955851"/>
            <a:ext cx="3208603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96737C9-25E1-686E-6662-0F58B7553B0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73425" y="1955851"/>
            <a:ext cx="3208603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DF95CE6-BCED-AF0A-DF71-B1FEC650FB8B}"/>
              </a:ext>
            </a:extLst>
          </p:cNvPr>
          <p:cNvSpPr/>
          <p:nvPr userDrawn="1"/>
        </p:nvSpPr>
        <p:spPr>
          <a:xfrm>
            <a:off x="8225044" y="1800000"/>
            <a:ext cx="3440710" cy="3988945"/>
          </a:xfrm>
          <a:prstGeom prst="roundRect">
            <a:avLst>
              <a:gd name="adj" fmla="val 4092"/>
            </a:avLst>
          </a:prstGeom>
          <a:solidFill>
            <a:srgbClr val="47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3883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8038F4D-BB79-FBEC-8B8F-08BB812FCF9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2275" y="2744126"/>
            <a:ext cx="3208603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92BEC2E4-81D4-E3D0-262F-55F88CF57E4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28333" y="2744126"/>
            <a:ext cx="3208603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17B8576-E32D-73C2-EC74-9F8D106E7FA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355403" y="2744126"/>
            <a:ext cx="3208603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3465A89-8220-52E7-E23C-7CB0F9E332B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342904" y="1955851"/>
            <a:ext cx="3208603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object 12">
            <a:extLst>
              <a:ext uri="{FF2B5EF4-FFF2-40B4-BE49-F238E27FC236}">
                <a16:creationId xmlns:a16="http://schemas.microsoft.com/office/drawing/2014/main" id="{4BC67877-574A-2FC6-1369-0B45737874AB}"/>
              </a:ext>
            </a:extLst>
          </p:cNvPr>
          <p:cNvSpPr/>
          <p:nvPr userDrawn="1"/>
        </p:nvSpPr>
        <p:spPr>
          <a:xfrm>
            <a:off x="3898900" y="3584690"/>
            <a:ext cx="245110" cy="485775"/>
          </a:xfrm>
          <a:custGeom>
            <a:avLst/>
            <a:gdLst/>
            <a:ahLst/>
            <a:cxnLst/>
            <a:rect l="l" t="t" r="r" b="b"/>
            <a:pathLst>
              <a:path w="245110" h="485775">
                <a:moveTo>
                  <a:pt x="0" y="485190"/>
                </a:moveTo>
                <a:lnTo>
                  <a:pt x="245084" y="242595"/>
                </a:lnTo>
                <a:lnTo>
                  <a:pt x="0" y="0"/>
                </a:lnTo>
              </a:path>
            </a:pathLst>
          </a:custGeom>
          <a:ln w="59537">
            <a:solidFill>
              <a:srgbClr val="EB6027"/>
            </a:solidFill>
          </a:ln>
        </p:spPr>
        <p:txBody>
          <a:bodyPr wrap="square" lIns="0" tIns="0" rIns="0" bIns="0" rtlCol="0"/>
          <a:lstStyle/>
          <a:p>
            <a:endParaRPr b="0" i="0">
              <a:latin typeface="Manrope Light" pitchFamily="2" charset="0"/>
            </a:endParaRPr>
          </a:p>
        </p:txBody>
      </p:sp>
      <p:sp>
        <p:nvSpPr>
          <p:cNvPr id="38" name="object 13">
            <a:extLst>
              <a:ext uri="{FF2B5EF4-FFF2-40B4-BE49-F238E27FC236}">
                <a16:creationId xmlns:a16="http://schemas.microsoft.com/office/drawing/2014/main" id="{623CBC28-D811-8737-DF6F-489E59F6CA0B}"/>
              </a:ext>
            </a:extLst>
          </p:cNvPr>
          <p:cNvSpPr/>
          <p:nvPr userDrawn="1"/>
        </p:nvSpPr>
        <p:spPr>
          <a:xfrm>
            <a:off x="7837009" y="3584690"/>
            <a:ext cx="245110" cy="485775"/>
          </a:xfrm>
          <a:custGeom>
            <a:avLst/>
            <a:gdLst/>
            <a:ahLst/>
            <a:cxnLst/>
            <a:rect l="l" t="t" r="r" b="b"/>
            <a:pathLst>
              <a:path w="245109" h="485775">
                <a:moveTo>
                  <a:pt x="0" y="485190"/>
                </a:moveTo>
                <a:lnTo>
                  <a:pt x="245071" y="242595"/>
                </a:lnTo>
                <a:lnTo>
                  <a:pt x="0" y="0"/>
                </a:lnTo>
              </a:path>
            </a:pathLst>
          </a:custGeom>
          <a:ln w="59537">
            <a:solidFill>
              <a:srgbClr val="EB6027"/>
            </a:solidFill>
          </a:ln>
        </p:spPr>
        <p:txBody>
          <a:bodyPr wrap="square" lIns="0" tIns="0" rIns="0" bIns="0" rtlCol="0"/>
          <a:lstStyle/>
          <a:p>
            <a:endParaRPr b="0" i="0">
              <a:latin typeface="Manrope Light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9D4920-7DCC-2FB7-0B44-2618679BAEB7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726484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x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CF51489-090B-1BD9-F4A5-483A6FAB2E53}"/>
              </a:ext>
            </a:extLst>
          </p:cNvPr>
          <p:cNvSpPr/>
          <p:nvPr userDrawn="1"/>
        </p:nvSpPr>
        <p:spPr>
          <a:xfrm>
            <a:off x="347298" y="1800001"/>
            <a:ext cx="5453251" cy="4064772"/>
          </a:xfrm>
          <a:prstGeom prst="roundRect">
            <a:avLst>
              <a:gd name="adj" fmla="val 4092"/>
            </a:avLst>
          </a:prstGeom>
          <a:solidFill>
            <a:srgbClr val="47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3EE52CE-D129-A18E-88EE-E70B792C463D}"/>
              </a:ext>
            </a:extLst>
          </p:cNvPr>
          <p:cNvSpPr/>
          <p:nvPr userDrawn="1"/>
        </p:nvSpPr>
        <p:spPr>
          <a:xfrm>
            <a:off x="6313644" y="1800001"/>
            <a:ext cx="5453251" cy="4064772"/>
          </a:xfrm>
          <a:prstGeom prst="roundRect">
            <a:avLst>
              <a:gd name="adj" fmla="val 4092"/>
            </a:avLst>
          </a:prstGeom>
          <a:solidFill>
            <a:srgbClr val="47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11AAF2A-E2D6-E05C-6F12-043F2559E1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528414" y="1995266"/>
            <a:ext cx="4376708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96737C9-25E1-686E-6662-0F58B7553B0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73425" y="1995266"/>
            <a:ext cx="4376708" cy="56180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440"/>
              </a:lnSpc>
              <a:buNone/>
              <a:defRPr sz="1400">
                <a:solidFill>
                  <a:srgbClr val="EC5F27"/>
                </a:solidFill>
              </a:defRPr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rgbClr val="191612"/>
                </a:solidFill>
                <a:latin typeface="Manrope Light" pitchFamily="2" charset="77"/>
              </a:defRPr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D489-6B7B-EDAF-5F25-418BE486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3883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E1A7-67F8-1FEC-B515-ADAE411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8038F4D-BB79-FBEC-8B8F-08BB812FCF9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8041" y="2783541"/>
            <a:ext cx="4376708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92BEC2E4-81D4-E3D0-262F-55F88CF57E4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525147" y="2783541"/>
            <a:ext cx="4376708" cy="2974207"/>
          </a:xfrm>
        </p:spPr>
        <p:txBody>
          <a:bodyPr>
            <a:noAutofit/>
          </a:bodyPr>
          <a:lstStyle>
            <a:lvl1pPr marL="0" indent="0">
              <a:lnSpc>
                <a:spcPts val="1440"/>
              </a:lnSpc>
              <a:buNone/>
              <a:defRPr sz="1200"/>
            </a:lvl1pPr>
            <a:lvl2pPr marL="0" indent="0">
              <a:lnSpc>
                <a:spcPts val="1440"/>
              </a:lnSpc>
              <a:spcBef>
                <a:spcPts val="145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2pPr>
            <a:lvl3pPr marL="0" indent="0">
              <a:lnSpc>
                <a:spcPts val="144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Manrope Light" pitchFamily="2" charset="0"/>
              </a:defRPr>
            </a:lvl3pPr>
            <a:lvl4pPr marL="0">
              <a:lnSpc>
                <a:spcPts val="144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Manrope Light" pitchFamily="2" charset="0"/>
              </a:defRPr>
            </a:lvl4pPr>
            <a:lvl5pPr>
              <a:defRPr sz="1200"/>
            </a:lvl5pPr>
          </a:lstStyle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1" name="object 12">
            <a:extLst>
              <a:ext uri="{FF2B5EF4-FFF2-40B4-BE49-F238E27FC236}">
                <a16:creationId xmlns:a16="http://schemas.microsoft.com/office/drawing/2014/main" id="{4BC67877-574A-2FC6-1369-0B45737874AB}"/>
              </a:ext>
            </a:extLst>
          </p:cNvPr>
          <p:cNvSpPr/>
          <p:nvPr userDrawn="1"/>
        </p:nvSpPr>
        <p:spPr>
          <a:xfrm>
            <a:off x="5915526" y="3624105"/>
            <a:ext cx="245110" cy="485775"/>
          </a:xfrm>
          <a:custGeom>
            <a:avLst/>
            <a:gdLst/>
            <a:ahLst/>
            <a:cxnLst/>
            <a:rect l="l" t="t" r="r" b="b"/>
            <a:pathLst>
              <a:path w="245110" h="485775">
                <a:moveTo>
                  <a:pt x="0" y="485190"/>
                </a:moveTo>
                <a:lnTo>
                  <a:pt x="245084" y="242595"/>
                </a:lnTo>
                <a:lnTo>
                  <a:pt x="0" y="0"/>
                </a:lnTo>
              </a:path>
            </a:pathLst>
          </a:custGeom>
          <a:ln w="59537">
            <a:solidFill>
              <a:srgbClr val="EB60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CB39BF-ABE2-091B-B153-0BF0EC739F49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5103" y="769851"/>
            <a:ext cx="8876060" cy="811924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rgbClr val="EC5F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78252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D3AB-5DED-9DB4-B4D5-C117CCDC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CFF2-D4D7-C71F-F64D-EF8223144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ts val="1600"/>
              </a:lnSpc>
              <a:defRPr sz="1200">
                <a:solidFill>
                  <a:schemeClr val="tx1"/>
                </a:solidFill>
              </a:defRPr>
            </a:lvl1pPr>
            <a:lvl2pPr>
              <a:lnSpc>
                <a:spcPts val="1600"/>
              </a:lnSpc>
              <a:defRPr sz="1200"/>
            </a:lvl2pPr>
            <a:lvl3pPr>
              <a:lnSpc>
                <a:spcPts val="1600"/>
              </a:lnSpc>
              <a:spcBef>
                <a:spcPts val="0"/>
              </a:spcBef>
              <a:defRPr sz="1200"/>
            </a:lvl3pPr>
            <a:lvl4pPr>
              <a:lnSpc>
                <a:spcPts val="1600"/>
              </a:lnSpc>
              <a:defRPr sz="1200"/>
            </a:lvl4pPr>
            <a:lvl5pPr>
              <a:lnSpc>
                <a:spcPts val="1600"/>
              </a:lnSpc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17406-C9F4-F997-834B-33D060EE0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25040"/>
            <a:ext cx="3932237" cy="3643948"/>
          </a:xfrm>
        </p:spPr>
        <p:txBody>
          <a:bodyPr>
            <a:normAutofit/>
          </a:bodyPr>
          <a:lstStyle>
            <a:lvl1pPr marL="0" indent="0">
              <a:lnSpc>
                <a:spcPts val="22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7A051-21F7-AB67-5397-DB4AA6B3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01A0-BFB9-6B4C-BF95-5114CEF23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6781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79C6E33-5609-D202-8FF4-C12625E038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B606F6-0923-8744-6CCC-AA4958DCE73B}"/>
              </a:ext>
            </a:extLst>
          </p:cNvPr>
          <p:cNvSpPr/>
          <p:nvPr userDrawn="1"/>
        </p:nvSpPr>
        <p:spPr>
          <a:xfrm>
            <a:off x="523694" y="567779"/>
            <a:ext cx="5854461" cy="5854461"/>
          </a:xfrm>
          <a:custGeom>
            <a:avLst/>
            <a:gdLst>
              <a:gd name="connsiteX0" fmla="*/ 2401866 w 4803732"/>
              <a:gd name="connsiteY0" fmla="*/ 0 h 4803732"/>
              <a:gd name="connsiteX1" fmla="*/ 4791331 w 4803732"/>
              <a:gd name="connsiteY1" fmla="*/ 2156289 h 4803732"/>
              <a:gd name="connsiteX2" fmla="*/ 4792386 w 4803732"/>
              <a:gd name="connsiteY2" fmla="*/ 2177170 h 4803732"/>
              <a:gd name="connsiteX3" fmla="*/ 4799827 w 4803732"/>
              <a:gd name="connsiteY3" fmla="*/ 2225930 h 4803732"/>
              <a:gd name="connsiteX4" fmla="*/ 4803732 w 4803732"/>
              <a:gd name="connsiteY4" fmla="*/ 2303256 h 4803732"/>
              <a:gd name="connsiteX5" fmla="*/ 4803732 w 4803732"/>
              <a:gd name="connsiteY5" fmla="*/ 2401866 h 4803732"/>
              <a:gd name="connsiteX6" fmla="*/ 4803732 w 4803732"/>
              <a:gd name="connsiteY6" fmla="*/ 4047440 h 4803732"/>
              <a:gd name="connsiteX7" fmla="*/ 4047440 w 4803732"/>
              <a:gd name="connsiteY7" fmla="*/ 4803732 h 4803732"/>
              <a:gd name="connsiteX8" fmla="*/ 2459832 w 4803732"/>
              <a:gd name="connsiteY8" fmla="*/ 4803732 h 4803732"/>
              <a:gd name="connsiteX9" fmla="*/ 2430849 w 4803732"/>
              <a:gd name="connsiteY9" fmla="*/ 4802269 h 4803732"/>
              <a:gd name="connsiteX10" fmla="*/ 2401866 w 4803732"/>
              <a:gd name="connsiteY10" fmla="*/ 4803732 h 4803732"/>
              <a:gd name="connsiteX11" fmla="*/ 0 w 4803732"/>
              <a:gd name="connsiteY11" fmla="*/ 2401866 h 4803732"/>
              <a:gd name="connsiteX12" fmla="*/ 2401866 w 4803732"/>
              <a:gd name="connsiteY12" fmla="*/ 0 h 480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03732" h="4803732">
                <a:moveTo>
                  <a:pt x="2401866" y="0"/>
                </a:moveTo>
                <a:cubicBezTo>
                  <a:pt x="3645473" y="0"/>
                  <a:pt x="4668332" y="945134"/>
                  <a:pt x="4791331" y="2156289"/>
                </a:cubicBezTo>
                <a:lnTo>
                  <a:pt x="4792386" y="2177170"/>
                </a:lnTo>
                <a:lnTo>
                  <a:pt x="4799827" y="2225930"/>
                </a:lnTo>
                <a:cubicBezTo>
                  <a:pt x="4802409" y="2251354"/>
                  <a:pt x="4803732" y="2277151"/>
                  <a:pt x="4803732" y="2303256"/>
                </a:cubicBezTo>
                <a:lnTo>
                  <a:pt x="4803732" y="2401866"/>
                </a:lnTo>
                <a:lnTo>
                  <a:pt x="4803732" y="4047440"/>
                </a:lnTo>
                <a:cubicBezTo>
                  <a:pt x="4803732" y="4465129"/>
                  <a:pt x="4465129" y="4803732"/>
                  <a:pt x="4047440" y="4803732"/>
                </a:cubicBezTo>
                <a:lnTo>
                  <a:pt x="2459832" y="4803732"/>
                </a:lnTo>
                <a:lnTo>
                  <a:pt x="2430849" y="4802269"/>
                </a:lnTo>
                <a:lnTo>
                  <a:pt x="2401866" y="4803732"/>
                </a:lnTo>
                <a:cubicBezTo>
                  <a:pt x="1075352" y="4803732"/>
                  <a:pt x="0" y="3728380"/>
                  <a:pt x="0" y="2401866"/>
                </a:cubicBezTo>
                <a:cubicBezTo>
                  <a:pt x="0" y="1075352"/>
                  <a:pt x="1075352" y="0"/>
                  <a:pt x="2401866" y="0"/>
                </a:cubicBezTo>
                <a:close/>
              </a:path>
            </a:pathLst>
          </a:custGeom>
          <a:gradFill>
            <a:gsLst>
              <a:gs pos="35992">
                <a:srgbClr val="B62121"/>
              </a:gs>
              <a:gs pos="11000">
                <a:srgbClr val="EC5F27"/>
              </a:gs>
              <a:gs pos="57000">
                <a:srgbClr val="470000"/>
              </a:gs>
              <a:gs pos="31000">
                <a:srgbClr val="D02929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2" name="object 7">
            <a:extLst>
              <a:ext uri="{FF2B5EF4-FFF2-40B4-BE49-F238E27FC236}">
                <a16:creationId xmlns:a16="http://schemas.microsoft.com/office/drawing/2014/main" id="{79A6A15C-B18F-4181-F962-68BA22F7C92E}"/>
              </a:ext>
            </a:extLst>
          </p:cNvPr>
          <p:cNvGrpSpPr/>
          <p:nvPr userDrawn="1"/>
        </p:nvGrpSpPr>
        <p:grpSpPr>
          <a:xfrm>
            <a:off x="5247584" y="5217090"/>
            <a:ext cx="594588" cy="788022"/>
            <a:chOff x="730841" y="4965794"/>
            <a:chExt cx="687070" cy="910590"/>
          </a:xfrm>
        </p:grpSpPr>
        <p:sp>
          <p:nvSpPr>
            <p:cNvPr id="33" name="object 8">
              <a:extLst>
                <a:ext uri="{FF2B5EF4-FFF2-40B4-BE49-F238E27FC236}">
                  <a16:creationId xmlns:a16="http://schemas.microsoft.com/office/drawing/2014/main" id="{418432EA-FBC3-D590-4067-042025A45E19}"/>
                </a:ext>
              </a:extLst>
            </p:cNvPr>
            <p:cNvSpPr/>
            <p:nvPr/>
          </p:nvSpPr>
          <p:spPr>
            <a:xfrm>
              <a:off x="730841" y="4965794"/>
              <a:ext cx="687070" cy="687070"/>
            </a:xfrm>
            <a:custGeom>
              <a:avLst/>
              <a:gdLst/>
              <a:ahLst/>
              <a:cxnLst/>
              <a:rect l="l" t="t" r="r" b="b"/>
              <a:pathLst>
                <a:path w="687069" h="687070">
                  <a:moveTo>
                    <a:pt x="343496" y="0"/>
                  </a:moveTo>
                  <a:lnTo>
                    <a:pt x="296888" y="3135"/>
                  </a:lnTo>
                  <a:lnTo>
                    <a:pt x="252184" y="12269"/>
                  </a:lnTo>
                  <a:lnTo>
                    <a:pt x="209795" y="26993"/>
                  </a:lnTo>
                  <a:lnTo>
                    <a:pt x="170131" y="46896"/>
                  </a:lnTo>
                  <a:lnTo>
                    <a:pt x="133599" y="71570"/>
                  </a:lnTo>
                  <a:lnTo>
                    <a:pt x="100610" y="100606"/>
                  </a:lnTo>
                  <a:lnTo>
                    <a:pt x="71574" y="133594"/>
                  </a:lnTo>
                  <a:lnTo>
                    <a:pt x="46899" y="170125"/>
                  </a:lnTo>
                  <a:lnTo>
                    <a:pt x="26994" y="209790"/>
                  </a:lnTo>
                  <a:lnTo>
                    <a:pt x="12270" y="252180"/>
                  </a:lnTo>
                  <a:lnTo>
                    <a:pt x="3135" y="296885"/>
                  </a:lnTo>
                  <a:lnTo>
                    <a:pt x="0" y="343496"/>
                  </a:lnTo>
                  <a:lnTo>
                    <a:pt x="3135" y="390105"/>
                  </a:lnTo>
                  <a:lnTo>
                    <a:pt x="12270" y="434808"/>
                  </a:lnTo>
                  <a:lnTo>
                    <a:pt x="26994" y="477195"/>
                  </a:lnTo>
                  <a:lnTo>
                    <a:pt x="46899" y="516859"/>
                  </a:lnTo>
                  <a:lnTo>
                    <a:pt x="71574" y="553389"/>
                  </a:lnTo>
                  <a:lnTo>
                    <a:pt x="100610" y="586376"/>
                  </a:lnTo>
                  <a:lnTo>
                    <a:pt x="133599" y="615411"/>
                  </a:lnTo>
                  <a:lnTo>
                    <a:pt x="170131" y="640085"/>
                  </a:lnTo>
                  <a:lnTo>
                    <a:pt x="209795" y="659988"/>
                  </a:lnTo>
                  <a:lnTo>
                    <a:pt x="252184" y="674711"/>
                  </a:lnTo>
                  <a:lnTo>
                    <a:pt x="296888" y="683845"/>
                  </a:lnTo>
                  <a:lnTo>
                    <a:pt x="343496" y="686981"/>
                  </a:lnTo>
                  <a:lnTo>
                    <a:pt x="526275" y="686981"/>
                  </a:lnTo>
                  <a:lnTo>
                    <a:pt x="577000" y="678800"/>
                  </a:lnTo>
                  <a:lnTo>
                    <a:pt x="621052" y="656019"/>
                  </a:lnTo>
                  <a:lnTo>
                    <a:pt x="655790" y="621281"/>
                  </a:lnTo>
                  <a:lnTo>
                    <a:pt x="656052" y="620776"/>
                  </a:lnTo>
                  <a:lnTo>
                    <a:pt x="526275" y="620776"/>
                  </a:lnTo>
                  <a:lnTo>
                    <a:pt x="343496" y="620547"/>
                  </a:lnTo>
                  <a:lnTo>
                    <a:pt x="293697" y="616083"/>
                  </a:lnTo>
                  <a:lnTo>
                    <a:pt x="246825" y="603214"/>
                  </a:lnTo>
                  <a:lnTo>
                    <a:pt x="203664" y="582721"/>
                  </a:lnTo>
                  <a:lnTo>
                    <a:pt x="164997" y="555388"/>
                  </a:lnTo>
                  <a:lnTo>
                    <a:pt x="131605" y="521996"/>
                  </a:lnTo>
                  <a:lnTo>
                    <a:pt x="104272" y="483329"/>
                  </a:lnTo>
                  <a:lnTo>
                    <a:pt x="83779" y="440168"/>
                  </a:lnTo>
                  <a:lnTo>
                    <a:pt x="70910" y="393296"/>
                  </a:lnTo>
                  <a:lnTo>
                    <a:pt x="66446" y="343496"/>
                  </a:lnTo>
                  <a:lnTo>
                    <a:pt x="70910" y="293693"/>
                  </a:lnTo>
                  <a:lnTo>
                    <a:pt x="83779" y="246818"/>
                  </a:lnTo>
                  <a:lnTo>
                    <a:pt x="104272" y="203655"/>
                  </a:lnTo>
                  <a:lnTo>
                    <a:pt x="131605" y="164986"/>
                  </a:lnTo>
                  <a:lnTo>
                    <a:pt x="164997" y="131594"/>
                  </a:lnTo>
                  <a:lnTo>
                    <a:pt x="203664" y="104259"/>
                  </a:lnTo>
                  <a:lnTo>
                    <a:pt x="246825" y="83766"/>
                  </a:lnTo>
                  <a:lnTo>
                    <a:pt x="293697" y="70897"/>
                  </a:lnTo>
                  <a:lnTo>
                    <a:pt x="343496" y="66433"/>
                  </a:lnTo>
                  <a:lnTo>
                    <a:pt x="545788" y="66433"/>
                  </a:lnTo>
                  <a:lnTo>
                    <a:pt x="516862" y="46896"/>
                  </a:lnTo>
                  <a:lnTo>
                    <a:pt x="477197" y="26993"/>
                  </a:lnTo>
                  <a:lnTo>
                    <a:pt x="434809" y="12269"/>
                  </a:lnTo>
                  <a:lnTo>
                    <a:pt x="390105" y="3135"/>
                  </a:lnTo>
                  <a:lnTo>
                    <a:pt x="343496" y="0"/>
                  </a:lnTo>
                  <a:close/>
                </a:path>
                <a:path w="687069" h="687070">
                  <a:moveTo>
                    <a:pt x="545788" y="66433"/>
                  </a:moveTo>
                  <a:lnTo>
                    <a:pt x="343496" y="66433"/>
                  </a:lnTo>
                  <a:lnTo>
                    <a:pt x="393296" y="70897"/>
                  </a:lnTo>
                  <a:lnTo>
                    <a:pt x="440168" y="83766"/>
                  </a:lnTo>
                  <a:lnTo>
                    <a:pt x="483329" y="104259"/>
                  </a:lnTo>
                  <a:lnTo>
                    <a:pt x="521996" y="131594"/>
                  </a:lnTo>
                  <a:lnTo>
                    <a:pt x="555388" y="164986"/>
                  </a:lnTo>
                  <a:lnTo>
                    <a:pt x="582721" y="203655"/>
                  </a:lnTo>
                  <a:lnTo>
                    <a:pt x="603214" y="246818"/>
                  </a:lnTo>
                  <a:lnTo>
                    <a:pt x="616083" y="293693"/>
                  </a:lnTo>
                  <a:lnTo>
                    <a:pt x="620547" y="343496"/>
                  </a:lnTo>
                  <a:lnTo>
                    <a:pt x="620547" y="526503"/>
                  </a:lnTo>
                  <a:lnTo>
                    <a:pt x="613139" y="563200"/>
                  </a:lnTo>
                  <a:lnTo>
                    <a:pt x="592937" y="593166"/>
                  </a:lnTo>
                  <a:lnTo>
                    <a:pt x="562972" y="613368"/>
                  </a:lnTo>
                  <a:lnTo>
                    <a:pt x="526275" y="620776"/>
                  </a:lnTo>
                  <a:lnTo>
                    <a:pt x="656052" y="620776"/>
                  </a:lnTo>
                  <a:lnTo>
                    <a:pt x="678571" y="577228"/>
                  </a:lnTo>
                  <a:lnTo>
                    <a:pt x="686752" y="526503"/>
                  </a:lnTo>
                  <a:lnTo>
                    <a:pt x="686873" y="434808"/>
                  </a:lnTo>
                  <a:lnTo>
                    <a:pt x="686993" y="343496"/>
                  </a:lnTo>
                  <a:lnTo>
                    <a:pt x="683857" y="296885"/>
                  </a:lnTo>
                  <a:lnTo>
                    <a:pt x="674723" y="252180"/>
                  </a:lnTo>
                  <a:lnTo>
                    <a:pt x="659998" y="209790"/>
                  </a:lnTo>
                  <a:lnTo>
                    <a:pt x="640094" y="170125"/>
                  </a:lnTo>
                  <a:lnTo>
                    <a:pt x="615419" y="133594"/>
                  </a:lnTo>
                  <a:lnTo>
                    <a:pt x="586382" y="100606"/>
                  </a:lnTo>
                  <a:lnTo>
                    <a:pt x="553394" y="71570"/>
                  </a:lnTo>
                  <a:lnTo>
                    <a:pt x="545788" y="66433"/>
                  </a:lnTo>
                  <a:close/>
                </a:path>
              </a:pathLst>
            </a:custGeom>
            <a:solidFill>
              <a:srgbClr val="EB6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9">
              <a:extLst>
                <a:ext uri="{FF2B5EF4-FFF2-40B4-BE49-F238E27FC236}">
                  <a16:creationId xmlns:a16="http://schemas.microsoft.com/office/drawing/2014/main" id="{661F0F0A-5268-F728-1F2D-F6F7075B285D}"/>
                </a:ext>
              </a:extLst>
            </p:cNvPr>
            <p:cNvSpPr/>
            <p:nvPr/>
          </p:nvSpPr>
          <p:spPr>
            <a:xfrm>
              <a:off x="730841" y="5064070"/>
              <a:ext cx="642620" cy="589280"/>
            </a:xfrm>
            <a:custGeom>
              <a:avLst/>
              <a:gdLst/>
              <a:ahLst/>
              <a:cxnLst/>
              <a:rect l="l" t="t" r="r" b="b"/>
              <a:pathLst>
                <a:path w="642619" h="589279">
                  <a:moveTo>
                    <a:pt x="102996" y="0"/>
                  </a:moveTo>
                  <a:lnTo>
                    <a:pt x="73301" y="33136"/>
                  </a:lnTo>
                  <a:lnTo>
                    <a:pt x="48049" y="69931"/>
                  </a:lnTo>
                  <a:lnTo>
                    <a:pt x="27666" y="109961"/>
                  </a:lnTo>
                  <a:lnTo>
                    <a:pt x="12580" y="152800"/>
                  </a:lnTo>
                  <a:lnTo>
                    <a:pt x="3216" y="198025"/>
                  </a:lnTo>
                  <a:lnTo>
                    <a:pt x="0" y="245211"/>
                  </a:lnTo>
                  <a:lnTo>
                    <a:pt x="3135" y="291823"/>
                  </a:lnTo>
                  <a:lnTo>
                    <a:pt x="12270" y="336528"/>
                  </a:lnTo>
                  <a:lnTo>
                    <a:pt x="26994" y="378917"/>
                  </a:lnTo>
                  <a:lnTo>
                    <a:pt x="46899" y="418583"/>
                  </a:lnTo>
                  <a:lnTo>
                    <a:pt x="71574" y="455114"/>
                  </a:lnTo>
                  <a:lnTo>
                    <a:pt x="100610" y="488102"/>
                  </a:lnTo>
                  <a:lnTo>
                    <a:pt x="133599" y="517137"/>
                  </a:lnTo>
                  <a:lnTo>
                    <a:pt x="170131" y="541812"/>
                  </a:lnTo>
                  <a:lnTo>
                    <a:pt x="209795" y="561715"/>
                  </a:lnTo>
                  <a:lnTo>
                    <a:pt x="252184" y="576438"/>
                  </a:lnTo>
                  <a:lnTo>
                    <a:pt x="296888" y="585572"/>
                  </a:lnTo>
                  <a:lnTo>
                    <a:pt x="343496" y="588708"/>
                  </a:lnTo>
                  <a:lnTo>
                    <a:pt x="526275" y="588708"/>
                  </a:lnTo>
                  <a:lnTo>
                    <a:pt x="559498" y="585259"/>
                  </a:lnTo>
                  <a:lnTo>
                    <a:pt x="590353" y="575381"/>
                  </a:lnTo>
                  <a:lnTo>
                    <a:pt x="618140" y="559781"/>
                  </a:lnTo>
                  <a:lnTo>
                    <a:pt x="642162" y="539165"/>
                  </a:lnTo>
                  <a:lnTo>
                    <a:pt x="595350" y="492353"/>
                  </a:lnTo>
                  <a:lnTo>
                    <a:pt x="581135" y="504886"/>
                  </a:lnTo>
                  <a:lnTo>
                    <a:pt x="564594" y="514381"/>
                  </a:lnTo>
                  <a:lnTo>
                    <a:pt x="546162" y="520399"/>
                  </a:lnTo>
                  <a:lnTo>
                    <a:pt x="526275" y="522503"/>
                  </a:lnTo>
                  <a:lnTo>
                    <a:pt x="343496" y="522274"/>
                  </a:lnTo>
                  <a:lnTo>
                    <a:pt x="293697" y="517811"/>
                  </a:lnTo>
                  <a:lnTo>
                    <a:pt x="246825" y="504941"/>
                  </a:lnTo>
                  <a:lnTo>
                    <a:pt x="203664" y="484448"/>
                  </a:lnTo>
                  <a:lnTo>
                    <a:pt x="164997" y="457114"/>
                  </a:lnTo>
                  <a:lnTo>
                    <a:pt x="131605" y="423721"/>
                  </a:lnTo>
                  <a:lnTo>
                    <a:pt x="104272" y="385052"/>
                  </a:lnTo>
                  <a:lnTo>
                    <a:pt x="83779" y="341889"/>
                  </a:lnTo>
                  <a:lnTo>
                    <a:pt x="70910" y="295015"/>
                  </a:lnTo>
                  <a:lnTo>
                    <a:pt x="66446" y="245211"/>
                  </a:lnTo>
                  <a:lnTo>
                    <a:pt x="72252" y="188534"/>
                  </a:lnTo>
                  <a:lnTo>
                    <a:pt x="88888" y="135826"/>
                  </a:lnTo>
                  <a:lnTo>
                    <a:pt x="115186" y="88252"/>
                  </a:lnTo>
                  <a:lnTo>
                    <a:pt x="149974" y="46977"/>
                  </a:lnTo>
                  <a:lnTo>
                    <a:pt x="102996" y="0"/>
                  </a:lnTo>
                  <a:close/>
                </a:path>
              </a:pathLst>
            </a:custGeom>
            <a:solidFill>
              <a:srgbClr val="CF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10">
              <a:extLst>
                <a:ext uri="{FF2B5EF4-FFF2-40B4-BE49-F238E27FC236}">
                  <a16:creationId xmlns:a16="http://schemas.microsoft.com/office/drawing/2014/main" id="{0843004B-CA7D-2346-A9B7-6E5D01E11442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198" y="5743225"/>
              <a:ext cx="104267" cy="105029"/>
            </a:xfrm>
            <a:prstGeom prst="rect">
              <a:avLst/>
            </a:prstGeom>
          </p:spPr>
        </p:pic>
        <p:pic>
          <p:nvPicPr>
            <p:cNvPr id="36" name="object 11">
              <a:extLst>
                <a:ext uri="{FF2B5EF4-FFF2-40B4-BE49-F238E27FC236}">
                  <a16:creationId xmlns:a16="http://schemas.microsoft.com/office/drawing/2014/main" id="{BDA6407F-D02F-1D04-38B9-9262556C9CCF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5009" y="5743224"/>
              <a:ext cx="70256" cy="101549"/>
            </a:xfrm>
            <a:prstGeom prst="rect">
              <a:avLst/>
            </a:prstGeom>
          </p:spPr>
        </p:pic>
        <p:pic>
          <p:nvPicPr>
            <p:cNvPr id="37" name="object 12">
              <a:extLst>
                <a:ext uri="{FF2B5EF4-FFF2-40B4-BE49-F238E27FC236}">
                  <a16:creationId xmlns:a16="http://schemas.microsoft.com/office/drawing/2014/main" id="{01D7954D-E611-CFC0-09B1-27F4A78CCB83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8769" y="5743223"/>
              <a:ext cx="87960" cy="105028"/>
            </a:xfrm>
            <a:prstGeom prst="rect">
              <a:avLst/>
            </a:prstGeom>
          </p:spPr>
        </p:pic>
        <p:sp>
          <p:nvSpPr>
            <p:cNvPr id="38" name="object 13">
              <a:extLst>
                <a:ext uri="{FF2B5EF4-FFF2-40B4-BE49-F238E27FC236}">
                  <a16:creationId xmlns:a16="http://schemas.microsoft.com/office/drawing/2014/main" id="{8F573FE3-E6AA-F1B2-AAC0-8C041460B5D6}"/>
                </a:ext>
              </a:extLst>
            </p:cNvPr>
            <p:cNvSpPr/>
            <p:nvPr/>
          </p:nvSpPr>
          <p:spPr>
            <a:xfrm>
              <a:off x="782764" y="5859627"/>
              <a:ext cx="84455" cy="16510"/>
            </a:xfrm>
            <a:custGeom>
              <a:avLst/>
              <a:gdLst/>
              <a:ahLst/>
              <a:cxnLst/>
              <a:rect l="l" t="t" r="r" b="b"/>
              <a:pathLst>
                <a:path w="84455" h="16510">
                  <a:moveTo>
                    <a:pt x="84302" y="0"/>
                  </a:moveTo>
                  <a:lnTo>
                    <a:pt x="0" y="0"/>
                  </a:lnTo>
                  <a:lnTo>
                    <a:pt x="0" y="16217"/>
                  </a:lnTo>
                  <a:lnTo>
                    <a:pt x="84302" y="16217"/>
                  </a:lnTo>
                  <a:lnTo>
                    <a:pt x="84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14">
              <a:extLst>
                <a:ext uri="{FF2B5EF4-FFF2-40B4-BE49-F238E27FC236}">
                  <a16:creationId xmlns:a16="http://schemas.microsoft.com/office/drawing/2014/main" id="{A7F90300-E43B-2D9E-DD72-3F04A0A4B4DE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5910" y="5744923"/>
              <a:ext cx="96469" cy="99847"/>
            </a:xfrm>
            <a:prstGeom prst="rect">
              <a:avLst/>
            </a:prstGeom>
          </p:spPr>
        </p:pic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66DE233D-DD17-30B7-AE84-1759B3B69B44}"/>
                </a:ext>
              </a:extLst>
            </p:cNvPr>
            <p:cNvSpPr/>
            <p:nvPr/>
          </p:nvSpPr>
          <p:spPr>
            <a:xfrm>
              <a:off x="895436" y="5131116"/>
              <a:ext cx="353060" cy="357505"/>
            </a:xfrm>
            <a:custGeom>
              <a:avLst/>
              <a:gdLst/>
              <a:ahLst/>
              <a:cxnLst/>
              <a:rect l="l" t="t" r="r" b="b"/>
              <a:pathLst>
                <a:path w="353059" h="357504">
                  <a:moveTo>
                    <a:pt x="178587" y="0"/>
                  </a:moveTo>
                  <a:lnTo>
                    <a:pt x="131112" y="6379"/>
                  </a:lnTo>
                  <a:lnTo>
                    <a:pt x="88452" y="24383"/>
                  </a:lnTo>
                  <a:lnTo>
                    <a:pt x="52308" y="52308"/>
                  </a:lnTo>
                  <a:lnTo>
                    <a:pt x="24383" y="88452"/>
                  </a:lnTo>
                  <a:lnTo>
                    <a:pt x="6379" y="131112"/>
                  </a:lnTo>
                  <a:lnTo>
                    <a:pt x="0" y="178587"/>
                  </a:lnTo>
                  <a:lnTo>
                    <a:pt x="6379" y="226072"/>
                  </a:lnTo>
                  <a:lnTo>
                    <a:pt x="24383" y="268740"/>
                  </a:lnTo>
                  <a:lnTo>
                    <a:pt x="52308" y="304888"/>
                  </a:lnTo>
                  <a:lnTo>
                    <a:pt x="88452" y="332816"/>
                  </a:lnTo>
                  <a:lnTo>
                    <a:pt x="131112" y="350820"/>
                  </a:lnTo>
                  <a:lnTo>
                    <a:pt x="178587" y="357200"/>
                  </a:lnTo>
                  <a:lnTo>
                    <a:pt x="189953" y="356768"/>
                  </a:lnTo>
                  <a:lnTo>
                    <a:pt x="191096" y="357200"/>
                  </a:lnTo>
                  <a:lnTo>
                    <a:pt x="297357" y="247332"/>
                  </a:lnTo>
                  <a:lnTo>
                    <a:pt x="297357" y="329107"/>
                  </a:lnTo>
                  <a:lnTo>
                    <a:pt x="352996" y="329107"/>
                  </a:lnTo>
                  <a:lnTo>
                    <a:pt x="352996" y="162725"/>
                  </a:lnTo>
                  <a:lnTo>
                    <a:pt x="297357" y="162725"/>
                  </a:lnTo>
                  <a:lnTo>
                    <a:pt x="186613" y="162725"/>
                  </a:lnTo>
                  <a:lnTo>
                    <a:pt x="186613" y="218363"/>
                  </a:lnTo>
                  <a:lnTo>
                    <a:pt x="246710" y="218363"/>
                  </a:lnTo>
                  <a:lnTo>
                    <a:pt x="173139" y="294817"/>
                  </a:lnTo>
                  <a:lnTo>
                    <a:pt x="129755" y="284236"/>
                  </a:lnTo>
                  <a:lnTo>
                    <a:pt x="94516" y="259057"/>
                  </a:lnTo>
                  <a:lnTo>
                    <a:pt x="70854" y="222701"/>
                  </a:lnTo>
                  <a:lnTo>
                    <a:pt x="62204" y="178587"/>
                  </a:lnTo>
                  <a:lnTo>
                    <a:pt x="71350" y="133286"/>
                  </a:lnTo>
                  <a:lnTo>
                    <a:pt x="96292" y="96292"/>
                  </a:lnTo>
                  <a:lnTo>
                    <a:pt x="133286" y="71350"/>
                  </a:lnTo>
                  <a:lnTo>
                    <a:pt x="178587" y="62204"/>
                  </a:lnTo>
                  <a:lnTo>
                    <a:pt x="211940" y="67056"/>
                  </a:lnTo>
                  <a:lnTo>
                    <a:pt x="241512" y="80671"/>
                  </a:lnTo>
                  <a:lnTo>
                    <a:pt x="265898" y="101643"/>
                  </a:lnTo>
                  <a:lnTo>
                    <a:pt x="283692" y="128562"/>
                  </a:lnTo>
                  <a:lnTo>
                    <a:pt x="350024" y="128562"/>
                  </a:lnTo>
                  <a:lnTo>
                    <a:pt x="331680" y="86667"/>
                  </a:lnTo>
                  <a:lnTo>
                    <a:pt x="303725" y="51218"/>
                  </a:lnTo>
                  <a:lnTo>
                    <a:pt x="267799" y="23860"/>
                  </a:lnTo>
                  <a:lnTo>
                    <a:pt x="225539" y="6239"/>
                  </a:lnTo>
                  <a:lnTo>
                    <a:pt x="178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CC9DA61B-45E2-550F-462A-FD6CDDF25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2025" y="4249745"/>
            <a:ext cx="4040020" cy="318619"/>
          </a:xfrm>
        </p:spPr>
        <p:txBody>
          <a:bodyPr lIns="0" tIns="0" rIns="0" bIns="0" anchor="b">
            <a:normAutofit/>
          </a:bodyPr>
          <a:lstStyle>
            <a:lvl1pPr algn="l">
              <a:defRPr sz="2100" b="0" i="0" spc="0" baseline="0">
                <a:solidFill>
                  <a:srgbClr val="EC5F27"/>
                </a:solidFill>
                <a:latin typeface="Manrop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7AF4B4D-87B0-F50C-8B0F-160388F7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62025" y="4764637"/>
            <a:ext cx="4040020" cy="45245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chemeClr val="accent3"/>
                </a:solidFill>
                <a:latin typeface="Manrope Light" pitchFamily="2" charset="0"/>
              </a:defRPr>
            </a:lvl1pPr>
          </a:lstStyle>
          <a:p>
            <a:fld id="{67C790EF-54B8-C149-91E8-9077B0E46BAD}" type="datetime4">
              <a:rPr lang="en-GB" smtClean="0"/>
              <a:pPr/>
              <a:t>30 June 2026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ED72365-8504-2467-5B71-93255C201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2498" y="2719277"/>
            <a:ext cx="4680581" cy="1202066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400"/>
              </a:lnSpc>
              <a:buNone/>
              <a:tabLst>
                <a:tab pos="1905000" algn="l"/>
              </a:tabLst>
              <a:defRPr sz="3800" b="0" i="0" spc="-100" baseline="0">
                <a:solidFill>
                  <a:schemeClr val="bg1"/>
                </a:solidFill>
                <a:latin typeface="Manrop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7573D-9DFE-F5F8-9F11-C24FCEAF2134}"/>
              </a:ext>
            </a:extLst>
          </p:cNvPr>
          <p:cNvSpPr txBox="1">
            <a:spLocks/>
          </p:cNvSpPr>
          <p:nvPr userDrawn="1"/>
        </p:nvSpPr>
        <p:spPr>
          <a:xfrm>
            <a:off x="1252498" y="4351547"/>
            <a:ext cx="4680580" cy="50996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Manrop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www.G10X.com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77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039E-E51D-E019-01F3-FBC8DB55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70000"/>
                </a:solidFill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C9D4C71A-7A4D-8E42-8390-D6A0392781E5}"/>
              </a:ext>
            </a:extLst>
          </p:cNvPr>
          <p:cNvSpPr txBox="1">
            <a:spLocks/>
          </p:cNvSpPr>
          <p:nvPr userDrawn="1"/>
        </p:nvSpPr>
        <p:spPr>
          <a:xfrm>
            <a:off x="3175398" y="6356349"/>
            <a:ext cx="3461622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GB" sz="800" spc="-10">
                <a:solidFill>
                  <a:schemeClr val="bg1"/>
                </a:solidFill>
                <a:latin typeface="Manrope" pitchFamily="2" charset="77"/>
              </a:rPr>
              <a:t>Confidential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15E77343-043D-1718-2BBE-2AE3886D1A42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425104" y="847586"/>
            <a:ext cx="5256000" cy="5256000"/>
          </a:xfrm>
          <a:custGeom>
            <a:avLst/>
            <a:gdLst>
              <a:gd name="connsiteX0" fmla="*/ 2628000 w 5256000"/>
              <a:gd name="connsiteY0" fmla="*/ 0 h 5256000"/>
              <a:gd name="connsiteX1" fmla="*/ 5256000 w 5256000"/>
              <a:gd name="connsiteY1" fmla="*/ 2628000 h 5256000"/>
              <a:gd name="connsiteX2" fmla="*/ 5255932 w 5256000"/>
              <a:gd name="connsiteY2" fmla="*/ 2629346 h 5256000"/>
              <a:gd name="connsiteX3" fmla="*/ 5256000 w 5256000"/>
              <a:gd name="connsiteY3" fmla="*/ 2630691 h 5256000"/>
              <a:gd name="connsiteX4" fmla="*/ 5256000 w 5256000"/>
              <a:gd name="connsiteY4" fmla="*/ 4487020 h 5256000"/>
              <a:gd name="connsiteX5" fmla="*/ 4487020 w 5256000"/>
              <a:gd name="connsiteY5" fmla="*/ 5256000 h 5256000"/>
              <a:gd name="connsiteX6" fmla="*/ 2719245 w 5256000"/>
              <a:gd name="connsiteY6" fmla="*/ 5256000 h 5256000"/>
              <a:gd name="connsiteX7" fmla="*/ 2673623 w 5256000"/>
              <a:gd name="connsiteY7" fmla="*/ 5253697 h 5256000"/>
              <a:gd name="connsiteX8" fmla="*/ 2628000 w 5256000"/>
              <a:gd name="connsiteY8" fmla="*/ 5256000 h 5256000"/>
              <a:gd name="connsiteX9" fmla="*/ 0 w 5256000"/>
              <a:gd name="connsiteY9" fmla="*/ 2628000 h 5256000"/>
              <a:gd name="connsiteX10" fmla="*/ 2628000 w 5256000"/>
              <a:gd name="connsiteY10" fmla="*/ 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56000" h="5256000">
                <a:moveTo>
                  <a:pt x="2628000" y="0"/>
                </a:moveTo>
                <a:cubicBezTo>
                  <a:pt x="4079404" y="0"/>
                  <a:pt x="5256000" y="1176596"/>
                  <a:pt x="5256000" y="2628000"/>
                </a:cubicBezTo>
                <a:lnTo>
                  <a:pt x="5255932" y="2629346"/>
                </a:lnTo>
                <a:lnTo>
                  <a:pt x="5256000" y="2630691"/>
                </a:lnTo>
                <a:lnTo>
                  <a:pt x="5256000" y="4487020"/>
                </a:lnTo>
                <a:cubicBezTo>
                  <a:pt x="5256000" y="4911716"/>
                  <a:pt x="4911716" y="5256000"/>
                  <a:pt x="4487020" y="5256000"/>
                </a:cubicBezTo>
                <a:lnTo>
                  <a:pt x="2719245" y="5256000"/>
                </a:lnTo>
                <a:lnTo>
                  <a:pt x="2673623" y="5253697"/>
                </a:lnTo>
                <a:lnTo>
                  <a:pt x="2628000" y="5256000"/>
                </a:lnTo>
                <a:cubicBezTo>
                  <a:pt x="1176596" y="5256000"/>
                  <a:pt x="0" y="4079404"/>
                  <a:pt x="0" y="2628000"/>
                </a:cubicBezTo>
                <a:cubicBezTo>
                  <a:pt x="0" y="1176596"/>
                  <a:pt x="1176596" y="0"/>
                  <a:pt x="2628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B49011-C3E0-0149-48C8-2F2B7530F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10898" y="2410155"/>
            <a:ext cx="4952064" cy="1620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4400"/>
              </a:lnSpc>
              <a:buNone/>
              <a:defRPr sz="3800" b="0" i="0" spc="-1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  <a:latin typeface="Manrope Light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493F86-FA1D-5486-152F-9AB2632A2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0898" y="4186736"/>
            <a:ext cx="4952064" cy="1916849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buNone/>
              <a:defRPr sz="1200" spc="0" baseline="0">
                <a:solidFill>
                  <a:srgbClr val="470000"/>
                </a:solidFill>
              </a:defRPr>
            </a:lvl1pPr>
            <a:lvl2pPr marL="0" indent="0">
              <a:lnSpc>
                <a:spcPts val="1600"/>
              </a:lnSpc>
              <a:buNone/>
              <a:defRPr sz="1200" b="1" i="0" spc="0" baseline="0">
                <a:solidFill>
                  <a:srgbClr val="D02929"/>
                </a:solidFill>
                <a:latin typeface="Manrope" pitchFamily="2" charset="0"/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None/>
              <a:defRPr sz="1200" spc="0" baseline="0">
                <a:solidFill>
                  <a:srgbClr val="470000"/>
                </a:solidFill>
              </a:defRPr>
            </a:lvl3pPr>
            <a:lvl4pPr marL="0">
              <a:lnSpc>
                <a:spcPts val="1600"/>
              </a:lnSpc>
              <a:defRPr sz="1200" spc="0" baseline="0">
                <a:solidFill>
                  <a:srgbClr val="470000"/>
                </a:solidFill>
              </a:defRPr>
            </a:lvl4pPr>
            <a:lvl5pPr marL="0">
              <a:lnSpc>
                <a:spcPts val="1600"/>
              </a:lnSpc>
              <a:defRPr sz="1200" spc="0" baseline="0">
                <a:solidFill>
                  <a:srgbClr val="47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47197E-53D7-2BF8-17E5-40E84B7B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555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C9AFBB-75AA-4AC7-9021-F471BDC0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65125"/>
            <a:ext cx="5442296" cy="42735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39504-41A5-0320-15F2-941991AFD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104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69A82-732E-5A01-212C-8EDF08807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2" y="6356351"/>
            <a:ext cx="643784" cy="2730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tx1"/>
                </a:solidFill>
                <a:latin typeface="Manrope" pitchFamily="2" charset="0"/>
              </a:defRPr>
            </a:lvl1pPr>
          </a:lstStyle>
          <a:p>
            <a:fld id="{141301A0-BFB9-6B4C-BF95-5114CEF235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ACC8C40A-7055-20B6-DBC6-AA526FE8AE76}"/>
              </a:ext>
            </a:extLst>
          </p:cNvPr>
          <p:cNvSpPr txBox="1">
            <a:spLocks/>
          </p:cNvSpPr>
          <p:nvPr userDrawn="1"/>
        </p:nvSpPr>
        <p:spPr>
          <a:xfrm>
            <a:off x="5419960" y="6356349"/>
            <a:ext cx="1352080" cy="272991"/>
          </a:xfrm>
          <a:prstGeom prst="rect">
            <a:avLst/>
          </a:prstGeom>
        </p:spPr>
        <p:txBody>
          <a:bodyPr vert="horz" wrap="none" lIns="0" tIns="1143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90"/>
              </a:spcBef>
            </a:pPr>
            <a:r>
              <a:rPr lang="en-GB" sz="800" b="0" i="0" spc="-10">
                <a:latin typeface="Manrope" pitchFamily="2" charset="0"/>
              </a:rPr>
              <a:t>Confidential</a:t>
            </a:r>
          </a:p>
        </p:txBody>
      </p:sp>
      <p:sp>
        <p:nvSpPr>
          <p:cNvPr id="21" name="bg object 16">
            <a:extLst>
              <a:ext uri="{FF2B5EF4-FFF2-40B4-BE49-F238E27FC236}">
                <a16:creationId xmlns:a16="http://schemas.microsoft.com/office/drawing/2014/main" id="{B0724D35-AD8A-FDEB-DBF9-925CE0FAD1BD}"/>
              </a:ext>
            </a:extLst>
          </p:cNvPr>
          <p:cNvSpPr/>
          <p:nvPr userDrawn="1"/>
        </p:nvSpPr>
        <p:spPr>
          <a:xfrm flipV="1">
            <a:off x="1439541" y="6272529"/>
            <a:ext cx="10363838" cy="45719"/>
          </a:xfrm>
          <a:custGeom>
            <a:avLst/>
            <a:gdLst/>
            <a:ahLst/>
            <a:cxnLst/>
            <a:rect l="l" t="t" r="r" b="b"/>
            <a:pathLst>
              <a:path w="11069955">
                <a:moveTo>
                  <a:pt x="0" y="0"/>
                </a:moveTo>
                <a:lnTo>
                  <a:pt x="11069497" y="0"/>
                </a:lnTo>
              </a:path>
            </a:pathLst>
          </a:custGeom>
          <a:ln w="12700">
            <a:solidFill>
              <a:srgbClr val="F15F22"/>
            </a:solidFill>
            <a:prstDash val="dot"/>
          </a:ln>
        </p:spPr>
        <p:txBody>
          <a:bodyPr wrap="square" lIns="0" tIns="0" rIns="0" bIns="0" rtlCol="0"/>
          <a:lstStyle/>
          <a:p>
            <a:pPr algn="l" rtl="0"/>
            <a:endParaRPr b="0" i="0">
              <a:latin typeface="Manrope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F245B2C-DCDA-AE5B-3CF2-2AEF8DF8F2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415368" y="5984240"/>
            <a:ext cx="566524" cy="7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5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5" r:id="rId2"/>
    <p:sldLayoutId id="2147483695" r:id="rId3"/>
    <p:sldLayoutId id="2147483724" r:id="rId4"/>
    <p:sldLayoutId id="2147483718" r:id="rId5"/>
    <p:sldLayoutId id="2147483674" r:id="rId6"/>
    <p:sldLayoutId id="2147483651" r:id="rId7"/>
    <p:sldLayoutId id="2147483690" r:id="rId8"/>
    <p:sldLayoutId id="2147483652" r:id="rId9"/>
    <p:sldLayoutId id="2147483727" r:id="rId10"/>
    <p:sldLayoutId id="2147483684" r:id="rId11"/>
    <p:sldLayoutId id="2147483683" r:id="rId12"/>
    <p:sldLayoutId id="2147483682" r:id="rId13"/>
    <p:sldLayoutId id="2147483656" r:id="rId14"/>
    <p:sldLayoutId id="2147483662" r:id="rId15"/>
    <p:sldLayoutId id="2147483663" r:id="rId16"/>
    <p:sldLayoutId id="2147483686" r:id="rId17"/>
    <p:sldLayoutId id="2147483705" r:id="rId18"/>
    <p:sldLayoutId id="2147483706" r:id="rId19"/>
    <p:sldLayoutId id="2147483688" r:id="rId20"/>
    <p:sldLayoutId id="2147483664" r:id="rId21"/>
    <p:sldLayoutId id="2147483689" r:id="rId22"/>
    <p:sldLayoutId id="2147483678" r:id="rId23"/>
    <p:sldLayoutId id="2147483665" r:id="rId24"/>
    <p:sldLayoutId id="2147483725" r:id="rId25"/>
    <p:sldLayoutId id="2147483755" r:id="rId26"/>
    <p:sldLayoutId id="2147483722" r:id="rId27"/>
    <p:sldLayoutId id="2147483716" r:id="rId28"/>
    <p:sldLayoutId id="2147483676" r:id="rId29"/>
    <p:sldLayoutId id="2147483720" r:id="rId30"/>
    <p:sldLayoutId id="2147483721" r:id="rId31"/>
    <p:sldLayoutId id="2147483715" r:id="rId32"/>
    <p:sldLayoutId id="2147483666" r:id="rId33"/>
    <p:sldLayoutId id="2147483719" r:id="rId34"/>
    <p:sldLayoutId id="2147483667" r:id="rId35"/>
    <p:sldLayoutId id="2147483687" r:id="rId36"/>
    <p:sldLayoutId id="2147483670" r:id="rId37"/>
    <p:sldLayoutId id="2147483669" r:id="rId38"/>
    <p:sldLayoutId id="2147483668" r:id="rId39"/>
    <p:sldLayoutId id="2147483671" r:id="rId40"/>
    <p:sldLayoutId id="2147483723" r:id="rId41"/>
    <p:sldLayoutId id="2147483726" r:id="rId42"/>
    <p:sldLayoutId id="2147483691" r:id="rId43"/>
    <p:sldLayoutId id="2147483697" r:id="rId44"/>
    <p:sldLayoutId id="2147483696" r:id="rId45"/>
    <p:sldLayoutId id="2147483698" r:id="rId46"/>
    <p:sldLayoutId id="2147483694" r:id="rId47"/>
    <p:sldLayoutId id="2147483693" r:id="rId48"/>
    <p:sldLayoutId id="2147483675" r:id="rId49"/>
    <p:sldLayoutId id="2147483677" r:id="rId50"/>
    <p:sldLayoutId id="2147483657" r:id="rId51"/>
    <p:sldLayoutId id="2147483681" r:id="rId52"/>
    <p:sldLayoutId id="2147483679" r:id="rId53"/>
    <p:sldLayoutId id="2147483680" r:id="rId54"/>
    <p:sldLayoutId id="2147483654" r:id="rId55"/>
    <p:sldLayoutId id="2147483704" r:id="rId56"/>
    <p:sldLayoutId id="2147483703" r:id="rId57"/>
    <p:sldLayoutId id="2147483709" r:id="rId58"/>
    <p:sldLayoutId id="2147483707" r:id="rId59"/>
    <p:sldLayoutId id="2147483702" r:id="rId60"/>
    <p:sldLayoutId id="2147483708" r:id="rId61"/>
    <p:sldLayoutId id="2147483700" r:id="rId62"/>
    <p:sldLayoutId id="214748369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661" r:id="rId69"/>
    <p:sldLayoutId id="2147483762" r:id="rId70"/>
    <p:sldLayoutId id="2147483774" r:id="rId7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300" b="0" i="0" kern="1200">
          <a:solidFill>
            <a:srgbClr val="EC5F27"/>
          </a:solidFill>
          <a:latin typeface="Manrope Ligh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rgbClr val="EC5F27"/>
          </a:solidFill>
          <a:latin typeface="Manrope Light" pitchFamily="2" charset="0"/>
          <a:ea typeface="+mn-ea"/>
          <a:cs typeface="+mn-cs"/>
        </a:defRPr>
      </a:lvl1pPr>
      <a:lvl2pPr marL="0" indent="0" algn="l" defTabSz="914400" rtl="0" eaLnBrk="1" latinLnBrk="0" hangingPunct="1">
        <a:lnSpc>
          <a:spcPts val="1600"/>
        </a:lnSpc>
        <a:spcBef>
          <a:spcPts val="1500"/>
        </a:spcBef>
        <a:buFont typeface="Arial" panose="020B0604020202020204" pitchFamily="34" charset="0"/>
        <a:buNone/>
        <a:defRPr sz="1200" b="1" i="0" kern="1200">
          <a:solidFill>
            <a:srgbClr val="D02929"/>
          </a:solidFill>
          <a:latin typeface="Manrope" pitchFamily="2" charset="0"/>
          <a:ea typeface="+mn-ea"/>
          <a:cs typeface="+mn-cs"/>
        </a:defRPr>
      </a:lvl2pPr>
      <a:lvl3pPr marL="0" indent="0" algn="l" defTabSz="914400" rtl="0" eaLnBrk="1" latinLnBrk="0" hangingPunct="1">
        <a:lnSpc>
          <a:spcPts val="1600"/>
        </a:lnSpc>
        <a:spcBef>
          <a:spcPts val="500"/>
        </a:spcBef>
        <a:spcAft>
          <a:spcPts val="75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Manrope Light" pitchFamily="2" charset="0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600"/>
        </a:lnSpc>
        <a:spcBef>
          <a:spcPts val="0"/>
        </a:spcBef>
        <a:spcAft>
          <a:spcPts val="750"/>
        </a:spcAft>
        <a:buFont typeface="Manrope Light"/>
        <a:buChar char="_"/>
        <a:defRPr sz="1200" b="0" i="0" kern="1200">
          <a:solidFill>
            <a:schemeClr val="tx1"/>
          </a:solidFill>
          <a:latin typeface="Manrope Light" pitchFamily="2" charset="0"/>
          <a:ea typeface="+mn-ea"/>
          <a:cs typeface="+mn-cs"/>
        </a:defRPr>
      </a:lvl4pPr>
      <a:lvl5pPr marL="180000" indent="0" algn="l" defTabSz="914400" rtl="0" eaLnBrk="1" latinLnBrk="0" hangingPunct="1">
        <a:lnSpc>
          <a:spcPts val="160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Manrope Ligh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12" Type="http://schemas.openxmlformats.org/officeDocument/2006/relationships/slide" Target="slide1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slide" Target="slide8.xml"/><Relationship Id="rId11" Type="http://schemas.openxmlformats.org/officeDocument/2006/relationships/slide" Target="slide14.xml"/><Relationship Id="rId5" Type="http://schemas.openxmlformats.org/officeDocument/2006/relationships/slide" Target="slide7.xml"/><Relationship Id="rId10" Type="http://schemas.openxmlformats.org/officeDocument/2006/relationships/slide" Target="slide13.xml"/><Relationship Id="rId4" Type="http://schemas.openxmlformats.org/officeDocument/2006/relationships/slide" Target="slide4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10x.com/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9379-4DE8-8D0B-DA9E-386B8BD60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96F9FCF-84E1-F096-E641-6E5CDAE338A0}"/>
              </a:ext>
            </a:extLst>
          </p:cNvPr>
          <p:cNvPicPr>
            <a:picLocks noGrp="1"/>
          </p:cNvPicPr>
          <p:nvPr>
            <p:ph type="pic" idx="14"/>
          </p:nvPr>
        </p:nvPicPr>
        <p:blipFill rotWithShape="1">
          <a:blip r:embed="rId2"/>
          <a:srcRect t="7" r="12095" b="12102"/>
          <a:stretch>
            <a:fillRect/>
          </a:stretch>
        </p:blipFill>
        <p:spPr>
          <a:xfrm>
            <a:off x="0" y="0"/>
            <a:ext cx="12192000" cy="692548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41D1191-C036-301B-536A-4026CA797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950" y="2075818"/>
            <a:ext cx="4146038" cy="678657"/>
          </a:xfrm>
        </p:spPr>
        <p:txBody>
          <a:bodyPr/>
          <a:lstStyle/>
          <a:p>
            <a:r>
              <a:rPr lang="en-GB" dirty="0"/>
              <a:t>HEB</a:t>
            </a:r>
            <a:endParaRPr lang="en-AE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0375D0-EDC4-2907-F60D-3C0E3E34A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950" y="2846048"/>
            <a:ext cx="4146038" cy="1967735"/>
          </a:xfrm>
        </p:spPr>
        <p:txBody>
          <a:bodyPr/>
          <a:lstStyle/>
          <a:p>
            <a:r>
              <a:rPr lang="en-GB" dirty="0"/>
              <a:t>Sustainment</a:t>
            </a:r>
          </a:p>
          <a:p>
            <a:r>
              <a:rPr lang="en-GB" sz="2000" spc="0" dirty="0"/>
              <a:t>HEBXXX-SUST-0003-00</a:t>
            </a:r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55031-6390-AB99-E0F5-AF3FD697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nrope Light" pitchFamily="2" charset="0"/>
                <a:ea typeface="+mn-ea"/>
                <a:cs typeface="+mn-cs"/>
              </a:rPr>
              <a:t>Weekly status report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F38052C8-54E3-008F-BBA8-A63FD1A02002}"/>
              </a:ext>
            </a:extLst>
          </p:cNvPr>
          <p:cNvSpPr txBox="1">
            <a:spLocks/>
          </p:cNvSpPr>
          <p:nvPr/>
        </p:nvSpPr>
        <p:spPr>
          <a:xfrm>
            <a:off x="591950" y="1189785"/>
            <a:ext cx="3417399" cy="318618"/>
          </a:xfrm>
          <a:prstGeom prst="rect">
            <a:avLst/>
          </a:prstGeom>
        </p:spPr>
        <p:txBody>
          <a:bodyPr lIns="0" tIns="0" rIns="0" bIns="0" anchor="t"/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Manrop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dirty="0">
                <a:solidFill>
                  <a:prstClr val="white"/>
                </a:solidFill>
                <a:latin typeface="Manrope Light"/>
              </a:rPr>
              <a:t>05 June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nrope Light"/>
              </a:rPr>
              <a:t>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nrope Light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4220C6F-460A-2867-4066-9CEE6D130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1863" y="183846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10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DD5F-6EDD-A9A0-145A-D330D56A5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9053-047C-3EDC-CBC5-A678E15D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Index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0F711-B3A1-3E2D-F9FE-4245BAAC7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52E9644A-FFF4-9BD8-BE40-159322E5861A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546A566B-DB4D-9DD6-A950-14ABAC920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DFE25D-1F5A-61B9-DD06-FDB17AA89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716516"/>
              </p:ext>
            </p:extLst>
          </p:nvPr>
        </p:nvGraphicFramePr>
        <p:xfrm>
          <a:off x="1971675" y="1264920"/>
          <a:ext cx="7429500" cy="432816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135232978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639931017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13933375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 fontAlgn="auto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u="sng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03</a:t>
                      </a:r>
                      <a:r>
                        <a:rPr lang="en-US" sz="2400" b="0" i="0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Cost Core Service</a:t>
                      </a:r>
                      <a:r>
                        <a:rPr lang="en-US" sz="1200" b="0" i="0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 dirty="0">
                        <a:solidFill>
                          <a:srgbClr val="470000"/>
                        </a:solidFill>
                        <a:effectLst/>
                        <a:latin typeface="Manrope  "/>
                        <a:hlinkClick r:id="rId3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CHEDR (Haskell)</a:t>
                      </a:r>
                      <a:r>
                        <a:rPr lang="en-US" sz="1200" b="0" i="0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 dirty="0">
                        <a:solidFill>
                          <a:srgbClr val="470000"/>
                        </a:solidFill>
                        <a:effectLst/>
                        <a:latin typeface="Manrope  "/>
                        <a:hlinkClick r:id="" action="ppaction://noaction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u="sng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04</a:t>
                      </a:r>
                      <a:endParaRPr lang="en-US" sz="2400" b="0" i="0" dirty="0">
                        <a:solidFill>
                          <a:srgbClr val="470000"/>
                        </a:solidFill>
                        <a:effectLst/>
                        <a:latin typeface="Manrope  "/>
                        <a:hlinkClick r:id="rId4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Supplier Core Service</a:t>
                      </a:r>
                      <a:r>
                        <a:rPr lang="en-US" sz="1200" b="0" i="0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 dirty="0">
                        <a:solidFill>
                          <a:srgbClr val="470000"/>
                        </a:solidFill>
                        <a:effectLst/>
                        <a:latin typeface="Manrope  "/>
                        <a:hlinkClick r:id="rId4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QA and SPUR (Haskell)</a:t>
                      </a:r>
                      <a:r>
                        <a:rPr lang="en-US" sz="1200" b="0" i="0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 dirty="0">
                        <a:solidFill>
                          <a:srgbClr val="470000"/>
                        </a:solidFill>
                        <a:effectLst/>
                        <a:latin typeface="Manrope  "/>
                        <a:hlinkClick r:id="rId4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07</a:t>
                      </a:r>
                      <a:endParaRPr lang="en-US" sz="2400" b="0" i="0">
                        <a:solidFill>
                          <a:srgbClr val="470000"/>
                        </a:solidFill>
                        <a:effectLst/>
                        <a:latin typeface="Manrope  "/>
                        <a:hlinkClick r:id="rId5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Pricing Core Service</a:t>
                      </a: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  <a:hlinkClick r:id="rId5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(Haskell and Java)</a:t>
                      </a: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  <a:hlinkClick r:id="rId5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1692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fontAlgn="auto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08</a:t>
                      </a:r>
                      <a:endParaRPr lang="en-US" sz="2400" b="0" i="0">
                        <a:solidFill>
                          <a:srgbClr val="470000"/>
                        </a:solidFill>
                        <a:effectLst/>
                        <a:latin typeface="Manrope  "/>
                        <a:hlinkClick r:id="rId6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marL="0" lvl="0" algn="ctr" defTabSz="914400" rtl="0" eaLnBrk="1" fontAlgn="base" latinLnBrk="0" hangingPunct="1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 kern="1200" noProof="0">
                          <a:solidFill>
                            <a:srgbClr val="470000"/>
                          </a:solidFill>
                          <a:effectLst/>
                          <a:latin typeface="Manrope  "/>
                          <a:ea typeface="+mn-ea"/>
                          <a:cs typeface="+mn-cs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Wentworth</a:t>
                      </a:r>
                      <a:r>
                        <a:rPr lang="en-US" sz="1200" b="0" i="0" u="sng" strike="noStrike" kern="1200">
                          <a:solidFill>
                            <a:srgbClr val="470000"/>
                          </a:solidFill>
                          <a:effectLst/>
                          <a:latin typeface="Manrope  "/>
                          <a:ea typeface="+mn-ea"/>
                          <a:cs typeface="+mn-cs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br>
                        <a:rPr lang="en-US" sz="1200" b="0" i="0" u="sng" strike="noStrike" kern="1200">
                          <a:solidFill>
                            <a:srgbClr val="470000"/>
                          </a:solidFill>
                          <a:effectLst/>
                          <a:latin typeface="Manrope  "/>
                          <a:ea typeface="+mn-ea"/>
                          <a:cs typeface="+mn-cs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1200" b="0" i="0" u="sng" strike="noStrike" kern="1200">
                          <a:solidFill>
                            <a:srgbClr val="470000"/>
                          </a:solidFill>
                          <a:effectLst/>
                          <a:latin typeface="Manrope  "/>
                          <a:ea typeface="+mn-ea"/>
                          <a:cs typeface="+mn-cs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(Haskell)​</a:t>
                      </a:r>
                      <a:endParaRPr lang="en-US" sz="1200" b="0" i="0" u="sng" strike="noStrike" kern="1200">
                        <a:solidFill>
                          <a:srgbClr val="470000"/>
                        </a:solidFill>
                        <a:effectLst/>
                        <a:latin typeface="Manrope  "/>
                        <a:ea typeface="+mn-ea"/>
                        <a:cs typeface="+mn-cs"/>
                        <a:hlinkClick r:id="" action="ppaction://noaction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u="sng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09</a:t>
                      </a: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Location Core Service</a:t>
                      </a:r>
                      <a:r>
                        <a:rPr lang="en-US" sz="1200" b="0" i="0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 dirty="0">
                        <a:solidFill>
                          <a:srgbClr val="470000"/>
                        </a:solidFill>
                        <a:effectLst/>
                        <a:latin typeface="Manrope  "/>
                        <a:hlinkClick r:id="rId7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(Java and Angular)</a:t>
                      </a:r>
                      <a:r>
                        <a:rPr lang="en-US" sz="1200" b="0" i="0" dirty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 dirty="0">
                        <a:solidFill>
                          <a:srgbClr val="470000"/>
                        </a:solidFill>
                        <a:effectLst/>
                        <a:latin typeface="Manrope  "/>
                        <a:hlinkClick r:id="rId7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</a:t>
                      </a: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Pharmacy and Wellness</a:t>
                      </a: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  <a:hlinkClick r:id="rId8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(</a:t>
                      </a:r>
                      <a:r>
                        <a:rPr lang="en-US" sz="12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QA)</a:t>
                      </a: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  <a:hlinkClick r:id="" action="ppaction://noaction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6973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indent="0" algn="ctr" defTabSz="914400" rtl="0" fontAlgn="auto" latinLnBrk="0">
                        <a:lnSpc>
                          <a:spcPts val="2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0" i="0" u="sng" strike="noStrike" cap="none" spc="0" baseline="0">
                          <a:ln>
                            <a:noFill/>
                          </a:ln>
                          <a:solidFill>
                            <a:srgbClr val="470000"/>
                          </a:solidFill>
                          <a:effectLst/>
                          <a:uFillTx/>
                          <a:latin typeface="Manrope  "/>
                          <a:ea typeface="+mn-ea"/>
                          <a:cs typeface="+mn-cs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12</a:t>
                      </a:r>
                      <a:endParaRPr lang="en-US" sz="2400" b="0" i="0" u="sng" strike="noStrike" cap="none" spc="0" baseline="0">
                        <a:ln>
                          <a:noFill/>
                        </a:ln>
                        <a:solidFill>
                          <a:srgbClr val="470000"/>
                        </a:solidFill>
                        <a:effectLst/>
                        <a:uFillTx/>
                        <a:latin typeface="Manrope  "/>
                        <a:ea typeface="+mn-ea"/>
                        <a:cs typeface="+mn-cs"/>
                        <a:sym typeface="Calibri"/>
                        <a:hlinkClick r:id="rId9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Global Sourcing Solution ​</a:t>
                      </a: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u="sng" strike="noStrike" noProof="0">
                          <a:solidFill>
                            <a:srgbClr val="470000"/>
                          </a:solidFill>
                          <a:effectLst/>
                          <a:latin typeface="Manrope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13</a:t>
                      </a:r>
                      <a:endParaRPr lang="en-US" sz="2400" b="0" i="0" u="none" strike="noStrike" noProof="0">
                        <a:solidFill>
                          <a:srgbClr val="470000"/>
                        </a:solidFill>
                        <a:effectLst/>
                        <a:latin typeface="Manrope"/>
                        <a:hlinkClick r:id="rId10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marL="0" lvl="0" algn="ctr" defTabSz="914400" rtl="0" eaLnBrk="1" fontAlgn="base" latinLnBrk="0" hangingPunct="1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 kern="1200" noProof="0" err="1">
                          <a:solidFill>
                            <a:srgbClr val="470000"/>
                          </a:solidFill>
                          <a:effectLst/>
                          <a:latin typeface="Manrope  "/>
                          <a:ea typeface="+mn-ea"/>
                          <a:cs typeface="+mn-cs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LoCo</a:t>
                      </a:r>
                      <a:r>
                        <a:rPr lang="en-US" sz="1200" b="0" i="0" u="sng" strike="noStrike" kern="1200" noProof="0">
                          <a:solidFill>
                            <a:srgbClr val="470000"/>
                          </a:solidFill>
                          <a:effectLst/>
                          <a:latin typeface="Manrope  "/>
                          <a:ea typeface="+mn-ea"/>
                          <a:cs typeface="+mn-cs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</a:p>
                    <a:p>
                      <a:pPr marL="0" lvl="0" algn="ctr" defTabSz="914400" rtl="0" eaLnBrk="1" fontAlgn="base" latinLnBrk="0" hangingPunct="1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 kern="1200" noProof="0">
                          <a:solidFill>
                            <a:srgbClr val="470000"/>
                          </a:solidFill>
                          <a:effectLst/>
                          <a:latin typeface="Manrope  "/>
                          <a:ea typeface="+mn-ea"/>
                          <a:cs typeface="+mn-cs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(BSA)</a:t>
                      </a:r>
                      <a:endParaRPr lang="fr-FR" sz="1200" b="0" i="0" u="sng" strike="noStrike" kern="1200">
                        <a:solidFill>
                          <a:srgbClr val="470000"/>
                        </a:solidFill>
                        <a:effectLst/>
                        <a:latin typeface="Manrope  "/>
                        <a:ea typeface="+mn-ea"/>
                        <a:cs typeface="+mn-cs"/>
                      </a:endParaRPr>
                    </a:p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fr-FR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sz="2400" b="0" i="0" u="sng" strike="noStrike" noProof="0">
                        <a:solidFill>
                          <a:srgbClr val="470000"/>
                        </a:solidFill>
                        <a:effectLst/>
                        <a:latin typeface="Manrope"/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u="sng" strike="noStrike" noProof="0">
                          <a:solidFill>
                            <a:srgbClr val="470000"/>
                          </a:solidFill>
                          <a:effectLst/>
                          <a:latin typeface="Manrope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14</a:t>
                      </a:r>
                      <a:endParaRPr lang="en-US" sz="2400" b="0" i="0" u="none" strike="noStrike" noProof="0">
                        <a:solidFill>
                          <a:srgbClr val="470000"/>
                        </a:solidFill>
                        <a:effectLst/>
                        <a:latin typeface="Manrope"/>
                        <a:hlinkClick r:id="rId11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470000"/>
                          </a:solidFill>
                          <a:effectLst/>
                          <a:latin typeface="Manrope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Matters of Attention</a:t>
                      </a:r>
                      <a:endParaRPr lang="en-US">
                        <a:solidFill>
                          <a:srgbClr val="470000"/>
                        </a:solidFill>
                        <a:hlinkClick r:id="rId11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67965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auto">
                        <a:lnSpc>
                          <a:spcPts val="2850"/>
                        </a:lnSpc>
                        <a:buNone/>
                      </a:pPr>
                      <a:endParaRPr lang="en-US" sz="2400" b="0" i="0" u="sng" strike="noStrike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15</a:t>
                      </a:r>
                      <a:endParaRPr lang="en-US" sz="2400" b="0" i="0">
                        <a:solidFill>
                          <a:srgbClr val="470000"/>
                        </a:solidFill>
                        <a:effectLst/>
                        <a:latin typeface="Manrope  "/>
                        <a:hlinkClick r:id="rId12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sng" strike="noStrike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Team Allocation</a:t>
                      </a: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  <a:hlinkClick r:id="rId12" action="ppaction://hlinksldjump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​</a:t>
                      </a:r>
                      <a:endParaRPr lang="en-US" b="0" i="0">
                        <a:solidFill>
                          <a:srgbClr val="470000"/>
                        </a:solidFill>
                        <a:effectLst/>
                        <a:latin typeface="Manrope  "/>
                      </a:endParaRP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425"/>
                        </a:lnSpc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470000"/>
                          </a:solidFill>
                          <a:effectLst/>
                          <a:latin typeface="Manrope  "/>
                        </a:rPr>
                        <a:t>​</a:t>
                      </a:r>
                    </a:p>
                  </a:txBody>
                  <a:tcPr>
                    <a:lnL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569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81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B53A-C8F0-70CA-5BB3-0D52965DF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53EC-2CA0-B4FF-81CF-0B87EDC1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423740"/>
            <a:ext cx="5442296" cy="389059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Delivery status – Cost Core Service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49A0C-256D-453B-8EAF-347E0FFF5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78EC43-DAD0-10AD-0FEC-7B10E5883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886236"/>
              </p:ext>
            </p:extLst>
          </p:nvPr>
        </p:nvGraphicFramePr>
        <p:xfrm>
          <a:off x="188218" y="1092759"/>
          <a:ext cx="11788798" cy="3788116"/>
        </p:xfrm>
        <a:graphic>
          <a:graphicData uri="http://schemas.openxmlformats.org/drawingml/2006/table">
            <a:tbl>
              <a:tblPr/>
              <a:tblGrid>
                <a:gridCol w="9139169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30579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305791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2806081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171450" lvl="0" indent="-17145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1" i="0" u="none" strike="noStrike" noProof="0" dirty="0">
                          <a:solidFill>
                            <a:schemeClr val="dk1"/>
                          </a:solidFill>
                          <a:latin typeface="Manrope"/>
                        </a:rPr>
                        <a:t>Sprint – Sulphur Springs, In-progress </a:t>
                      </a:r>
                      <a:r>
                        <a:rPr lang="en-US" sz="1200" b="0" i="0" u="none" strike="noStrike" noProof="0" dirty="0">
                          <a:solidFill>
                            <a:schemeClr val="dk1"/>
                          </a:solidFill>
                          <a:latin typeface="Manrope Light"/>
                        </a:rPr>
                        <a:t>(May 27 – June 9) Stories (Total – 10, </a:t>
                      </a:r>
                      <a:r>
                        <a:rPr lang="en-IN" sz="1200" b="0" i="0" u="none" strike="noStrike" noProof="0" dirty="0">
                          <a:solidFill>
                            <a:schemeClr val="dk1"/>
                          </a:solidFill>
                          <a:latin typeface="Manrope Light"/>
                        </a:rPr>
                        <a:t>I</a:t>
                      </a:r>
                      <a:r>
                        <a:rPr lang="en-US" sz="1200" b="0" i="0" u="none" strike="noStrike" noProof="0" dirty="0">
                          <a:solidFill>
                            <a:schemeClr val="dk1"/>
                          </a:solidFill>
                          <a:latin typeface="Manrope Light"/>
                        </a:rPr>
                        <a:t>n-review – 3, In-progress – 7</a:t>
                      </a:r>
                      <a:r>
                        <a:rPr lang="en-IN" sz="1200" b="0" i="0" u="none" strike="noStrike" noProof="0" dirty="0">
                          <a:solidFill>
                            <a:schemeClr val="dk1"/>
                          </a:solidFill>
                          <a:latin typeface="Manrope Light"/>
                        </a:rPr>
                        <a:t>)</a:t>
                      </a:r>
                      <a:r>
                        <a:rPr lang="en-US" sz="1200" b="0" i="0" u="none" strike="noStrike" noProof="0" dirty="0">
                          <a:solidFill>
                            <a:schemeClr val="dk1"/>
                          </a:solidFill>
                          <a:latin typeface="Manrope Light"/>
                        </a:rPr>
                        <a:t> </a:t>
                      </a: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Manrope Light"/>
                      </a:endParaRPr>
                    </a:p>
                    <a:p>
                      <a:pPr marL="171450" lvl="0" indent="-17145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dk1"/>
                          </a:solidFill>
                          <a:latin typeface="Manrope Light"/>
                        </a:rPr>
                        <a:t>Current week sprint status</a:t>
                      </a:r>
                      <a:endParaRPr lang="en-US" dirty="0"/>
                    </a:p>
                    <a:p>
                      <a:pPr marL="517525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  <a:latin typeface="Manrope"/>
                        </a:rPr>
                        <a:t>Stories released for partner review </a:t>
                      </a:r>
                      <a:r>
                        <a:rPr lang="en-US" sz="1200" b="1" i="0" u="none" strike="noStrike" noProof="0" dirty="0">
                          <a:solidFill>
                            <a:schemeClr val="dk1"/>
                          </a:solidFill>
                          <a:latin typeface="Manrope"/>
                        </a:rPr>
                        <a:t>– 3 stories</a:t>
                      </a: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Negotiate same day effective COGS contract with DCM for Bill Cost and Buyer Funding</a:t>
                      </a:r>
                      <a:endParaRPr lang="en-US" sz="1200" dirty="0">
                        <a:latin typeface="+mn-lt"/>
                      </a:endParaRP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Expose multiple-item DSD ledger endpoint</a:t>
                      </a: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Mark unused endpoints deprecated and send initial communication</a:t>
                      </a:r>
                    </a:p>
                    <a:p>
                      <a:pPr marL="517525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 dirty="0">
                          <a:solidFill>
                            <a:schemeClr val="dk1"/>
                          </a:solidFill>
                          <a:latin typeface="Manrope"/>
                        </a:rPr>
                        <a:t>Stories in-progress this week – 7 stories</a:t>
                      </a: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Fix Confluence publisher </a:t>
                      </a: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Finalize cash discount logic</a:t>
                      </a: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Update /proposals/transitions to accept and send break-pack cost to DCM.</a:t>
                      </a: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Backfill EDBI with deleted ledgers (DSD)</a:t>
                      </a: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Investigate missing Basket,  Offer and Account Master rows in CDC table</a:t>
                      </a:r>
                      <a:endParaRPr lang="en-US" sz="1200" dirty="0">
                        <a:latin typeface="+mn-lt"/>
                      </a:endParaRP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Handle Store -&gt; LOB Changes in DSD RCQ Pipeline</a:t>
                      </a: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Production support request - Investigate timeout on /v1/active-ledgers-by-date/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dsd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 endpoint</a:t>
                      </a:r>
                    </a:p>
                    <a:p>
                      <a:pPr marL="517525" marR="0" lvl="1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None/>
                      </a:pPr>
                      <a:endParaRPr lang="en-US" sz="1200" b="0" i="0" u="none" strike="noStrike" noProof="0" dirty="0">
                        <a:solidFill>
                          <a:schemeClr val="dk1"/>
                        </a:solidFill>
                        <a:latin typeface="Manrope Light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3776D9-5A48-9F52-F580-27A8161E2F59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A577BCD-13FA-BD90-969F-D78B318CEC65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ECE7E70F-FB6A-D025-9F06-BBE1E4157CEC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70333E61-23E4-47B9-E972-88D889B6D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AE6455-11F6-8260-C512-B64618C80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901396"/>
              </p:ext>
            </p:extLst>
          </p:nvPr>
        </p:nvGraphicFramePr>
        <p:xfrm>
          <a:off x="191721" y="4805786"/>
          <a:ext cx="11808557" cy="9451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08557">
                  <a:extLst>
                    <a:ext uri="{9D8B030D-6E8A-4147-A177-3AD203B41FA5}">
                      <a16:colId xmlns:a16="http://schemas.microsoft.com/office/drawing/2014/main" val="2274125277"/>
                    </a:ext>
                  </a:extLst>
                </a:gridCol>
              </a:tblGrid>
              <a:tr h="317524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Manrope" panose="020B0604020202020204" charset="0"/>
                        </a:rPr>
                        <a:t>Key activities for next week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1990" marR="53988" marT="53988" marB="53988" anchor="ctr">
                    <a:lnL w="129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9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9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9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1901"/>
                  </a:ext>
                </a:extLst>
              </a:tr>
              <a:tr h="627632">
                <a:tc>
                  <a:txBody>
                    <a:bodyPr/>
                    <a:lstStyle/>
                    <a:p>
                      <a:pPr marL="342900" lvl="0" indent="-342900" algn="l" fontAlgn="base">
                        <a:lnSpc>
                          <a:spcPts val="14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Research async process for providing supplier catalog</a:t>
                      </a:r>
                      <a:endParaRPr lang="en-US" sz="1200" dirty="0"/>
                    </a:p>
                    <a:p>
                      <a:pPr marL="342900" lvl="0" indent="-342900" algn="l">
                        <a:lnSpc>
                          <a:spcPts val="14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Production support request - Fix Up CDC History Part 2</a:t>
                      </a:r>
                    </a:p>
                  </a:txBody>
                  <a:tcPr marL="71990" marR="53988" marT="53988" marB="53988" anchor="ctr">
                    <a:lnL w="129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9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9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91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445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91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6055F-7EFB-65BC-BA16-52333192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9328D-F4C2-ACA4-E4AF-313E7C54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Delivery status – Supplier Core Services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95F59-D574-59EF-D7F2-F0AF88D69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02CC49-035D-D187-384B-2155DF605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497771"/>
              </p:ext>
            </p:extLst>
          </p:nvPr>
        </p:nvGraphicFramePr>
        <p:xfrm>
          <a:off x="201035" y="1106921"/>
          <a:ext cx="11788797" cy="4804179"/>
        </p:xfrm>
        <a:graphic>
          <a:graphicData uri="http://schemas.openxmlformats.org/drawingml/2006/table">
            <a:tbl>
              <a:tblPr/>
              <a:tblGrid>
                <a:gridCol w="9139168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28476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84761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2559915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l">
                        <a:lnSpc>
                          <a:spcPts val="1600"/>
                        </a:lnSpc>
                        <a:buNone/>
                      </a:pPr>
                      <a:r>
                        <a:rPr lang="en-US" sz="1200" b="1" u="sng">
                          <a:latin typeface="Manrope"/>
                        </a:rPr>
                        <a:t>SPUR </a:t>
                      </a:r>
                      <a:endParaRPr lang="en-US" sz="1200"/>
                    </a:p>
                    <a:p>
                      <a:pPr marL="171450" lvl="0" indent="-17145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Sprint – M, Ended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 </a:t>
                      </a:r>
                      <a:r>
                        <a:rPr lang="en-IN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(May 18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– June 04) (</a:t>
                      </a:r>
                      <a:r>
                        <a:rPr lang="en-US" sz="1200" b="0" i="0" u="none" strike="noStrike" noProof="0">
                          <a:solidFill>
                            <a:schemeClr val="dk1"/>
                          </a:solidFill>
                          <a:latin typeface="Manrope Light"/>
                        </a:rPr>
                        <a:t>Total – 8, Completed – 4, </a:t>
                      </a:r>
                      <a:r>
                        <a:rPr lang="en-IN" sz="1200" b="0" i="0" u="none" strike="noStrike" noProof="0">
                          <a:solidFill>
                            <a:schemeClr val="dk1"/>
                          </a:solidFill>
                          <a:latin typeface="Manrope Light"/>
                        </a:rPr>
                        <a:t>I</a:t>
                      </a:r>
                      <a:r>
                        <a:rPr lang="en-US" sz="1200" b="0" i="0" u="none" strike="noStrike" noProof="0">
                          <a:solidFill>
                            <a:schemeClr val="dk1"/>
                          </a:solidFill>
                          <a:latin typeface="Manrope Light"/>
                        </a:rPr>
                        <a:t>n-review – 3, In-progress – 1</a:t>
                      </a:r>
                      <a:r>
                        <a:rPr lang="en-IN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)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 Light"/>
                      </a:endParaRPr>
                    </a:p>
                    <a:p>
                      <a:pPr marL="171450" lvl="0" indent="-17145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Current week sprint status</a:t>
                      </a:r>
                    </a:p>
                    <a:p>
                      <a:pPr marL="517525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Stories completed this week – 4 stories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Add Validation for tax exempt TINs</a:t>
                      </a:r>
                      <a:endParaRPr lang="en-US" sz="1200">
                        <a:latin typeface="+mn-lt"/>
                      </a:endParaRP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Turn on Prod LOB in UAT</a:t>
                      </a: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Implement job to pull IRS publication78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Update script to reclassify additional document types</a:t>
                      </a:r>
                    </a:p>
                    <a:p>
                      <a:pPr marL="517525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Stories released for partner review </a:t>
                      </a:r>
                      <a:r>
                        <a:rPr lang="en-US" sz="1200" b="1" i="0" u="none" strike="noStrike" noProof="0">
                          <a:solidFill>
                            <a:schemeClr val="dk1"/>
                          </a:solidFill>
                          <a:latin typeface="Manrope"/>
                        </a:rPr>
                        <a:t>– 3 stories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Implement supplier master report endpoint</a:t>
                      </a: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Implement sorting by last updated column in Registration csv index endpoints </a:t>
                      </a: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Enforce email domain validation on submissions with new SSN validation rule</a:t>
                      </a:r>
                    </a:p>
                    <a:p>
                      <a:pPr marL="517525" lvl="7" indent="-288925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Stories in-progress this week – 1</a:t>
                      </a:r>
                      <a:r>
                        <a:rPr lang="en-US" sz="1200" b="1" i="0" u="none" strike="noStrike" noProof="0">
                          <a:solidFill>
                            <a:schemeClr val="dk1"/>
                          </a:solidFill>
                          <a:latin typeface="Manrope"/>
                        </a:rPr>
                        <a:t> story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Add publication update time as new tax-exempt validation field</a:t>
                      </a:r>
                    </a:p>
                    <a:p>
                      <a:pPr marL="517525" lvl="1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"/>
                        <a:buNone/>
                      </a:pP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 Light"/>
                      </a:endParaRPr>
                    </a:p>
                    <a:p>
                      <a:pPr marL="171450" lvl="0" indent="-17145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Sprint – N, In-progress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 </a:t>
                      </a:r>
                      <a:r>
                        <a:rPr lang="en-IN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(June 04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– June 18) (</a:t>
                      </a:r>
                      <a:r>
                        <a:rPr lang="en-US" sz="1200" b="0" i="0" u="none" strike="noStrike" noProof="0">
                          <a:solidFill>
                            <a:schemeClr val="dk1"/>
                          </a:solidFill>
                          <a:latin typeface="Manrope Light"/>
                        </a:rPr>
                        <a:t>Total – 5, </a:t>
                      </a:r>
                      <a:r>
                        <a:rPr lang="en-IN" sz="1200" b="0" i="0" u="none" strike="noStrike" noProof="0">
                          <a:solidFill>
                            <a:schemeClr val="dk1"/>
                          </a:solidFill>
                          <a:latin typeface="Manrope Light"/>
                        </a:rPr>
                        <a:t>I</a:t>
                      </a:r>
                      <a:r>
                        <a:rPr lang="en-US" sz="1200" b="0" i="0" u="none" strike="noStrike" noProof="0">
                          <a:solidFill>
                            <a:schemeClr val="dk1"/>
                          </a:solidFill>
                          <a:latin typeface="Manrope Light"/>
                        </a:rPr>
                        <a:t>n-review – 3, In-progress – 2</a:t>
                      </a:r>
                      <a:r>
                        <a:rPr lang="en-IN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)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 Light"/>
                      </a:endParaRPr>
                    </a:p>
                    <a:p>
                      <a:pPr marL="171450" lvl="0" indent="-17145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Current week sprint status</a:t>
                      </a:r>
                    </a:p>
                    <a:p>
                      <a:pPr marL="517525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Stories released for partner review </a:t>
                      </a:r>
                      <a:r>
                        <a:rPr lang="en-US" sz="1200" b="1" i="0" u="none" strike="noStrike" noProof="0">
                          <a:solidFill>
                            <a:schemeClr val="dk1"/>
                          </a:solidFill>
                          <a:latin typeface="Manrope"/>
                        </a:rPr>
                        <a:t>– 3 stories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Implement supplier master report endpoint</a:t>
                      </a: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Implement sorting by last updated column in Registration csv index endpoints </a:t>
                      </a:r>
                      <a:endParaRPr lang="en-US"/>
                    </a:p>
                  </a:txBody>
                  <a:tcPr marL="72000" marR="54000" marT="54000" marB="540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80906C-62C4-F148-91DE-8CE64B71AE0B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13B9863-1A3D-1D8C-082F-3480330036A4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DD976D6B-739B-DFF8-DACF-E44103A9B302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E8A6F05-2103-90DC-8193-5F55404F8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43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C289-C4C6-2E71-7A13-91BE66D8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8736-2B51-9EF4-D41D-DBEC6C83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Delivery status – Supplier Core Services (Contd...)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34632-BCED-6DB0-B6E0-205FF0961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87D20E-0E6B-ADB6-75D1-A090B11B6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221807"/>
              </p:ext>
            </p:extLst>
          </p:nvPr>
        </p:nvGraphicFramePr>
        <p:xfrm>
          <a:off x="201035" y="1106921"/>
          <a:ext cx="11788797" cy="4804116"/>
        </p:xfrm>
        <a:graphic>
          <a:graphicData uri="http://schemas.openxmlformats.org/drawingml/2006/table">
            <a:tbl>
              <a:tblPr/>
              <a:tblGrid>
                <a:gridCol w="9139168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28476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84761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2559915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Enforce email domain validation on submissions with new SSN validation rule</a:t>
                      </a:r>
                      <a:endParaRPr lang="en-US" sz="1200">
                        <a:latin typeface="+mn-lt"/>
                      </a:endParaRPr>
                    </a:p>
                    <a:p>
                      <a:pPr marL="517525" lvl="7" indent="-288925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Stories in-progress this week – 2</a:t>
                      </a:r>
                      <a:r>
                        <a:rPr lang="en-US" sz="1200" b="1" i="0" u="none" strike="noStrike" noProof="0">
                          <a:solidFill>
                            <a:schemeClr val="dk1"/>
                          </a:solidFill>
                          <a:latin typeface="Manrope"/>
                        </a:rPr>
                        <a:t> stories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Add publication update time as new tax-exempt validation field</a:t>
                      </a:r>
                      <a:endParaRPr lang="en-US" sz="1200">
                        <a:latin typeface="+mn-lt"/>
                      </a:endParaRPr>
                    </a:p>
                    <a:p>
                      <a:pPr marL="746125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Setup alert when Peoplesoft failed in sending records due to WSAG rules</a:t>
                      </a:r>
                    </a:p>
                    <a:p>
                      <a:pPr marL="0" marR="0" lv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sng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0" marR="0" lv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sng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Supplier Portal – QA 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171450" marR="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Sprint –  Sprint </a:t>
                      </a:r>
                      <a:r>
                        <a:rPr lang="en-US" sz="1200" b="1" i="0" u="none" strike="noStrike" noProof="0" err="1">
                          <a:solidFill>
                            <a:srgbClr val="000000"/>
                          </a:solidFill>
                          <a:latin typeface="Manrope"/>
                        </a:rPr>
                        <a:t>Yunnori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 Ended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(May  18 – June 05) Stories (</a:t>
                      </a:r>
                      <a:r>
                        <a:rPr lang="en-IN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Total – 22,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 Completed – 2, In-progress – 2, Automation Total – 3, Completed – 1,  In-progress – 2)</a:t>
                      </a:r>
                    </a:p>
                    <a:p>
                      <a:pPr marL="17145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Current week sprint status</a:t>
                      </a:r>
                    </a:p>
                    <a:p>
                      <a:pPr marL="517525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chemeClr val="dk1"/>
                          </a:solidFill>
                          <a:latin typeface="Manrope"/>
                        </a:rPr>
                        <a:t>Stories 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completed this week </a:t>
                      </a:r>
                      <a:r>
                        <a:rPr lang="en-US" sz="1200" b="1" i="0" u="none" strike="noStrike" noProof="0">
                          <a:solidFill>
                            <a:schemeClr val="dk1"/>
                          </a:solidFill>
                          <a:latin typeface="Manrope"/>
                        </a:rPr>
                        <a:t>– 7 stories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746125" marR="0" lvl="1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Validated the Zip code column is displayed in the table and request update form with available supplier data</a:t>
                      </a:r>
                    </a:p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Validated updated calendar dropdown values are displayed and selecting “Other” requires an associated comment.</a:t>
                      </a:r>
                    </a:p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Verified the pending deactivation view displays only pending deactivation suppliers with a new side navigation item and table view.</a:t>
                      </a:r>
                    </a:p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Validated SMT users can approve supplier deactivations from the registration table with a required comment and successful supplier deactivation.</a:t>
                      </a:r>
                    </a:p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Validated suppliers can add and display multiple contact phone numbers with one number allowed per phone type on the registration and overview pages.</a:t>
                      </a:r>
                    </a:p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Validated that tax classifications are retrieved from the v2 endpoint based on the selected company country code instead of using hard-coded values</a:t>
                      </a:r>
                    </a:p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Validated that international suppliers can add multiple Tax IDs with unique tax ID types, while enforcing EIN/SSN restrictions, tax validations, and 147C document requirements based on validation results</a:t>
                      </a:r>
                    </a:p>
                    <a:p>
                      <a:pPr marL="517525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chemeClr val="dk1"/>
                          </a:solidFill>
                          <a:latin typeface="Manrope"/>
                        </a:rPr>
                        <a:t>Stories in-progress this week – 2 stories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Validate that H-E-B managed fields are optional in maintenance/post-AP, support N/A/Not Applicable selections mapped to null, and allow successful save and submission</a:t>
                      </a:r>
                    </a:p>
                  </a:txBody>
                  <a:tcPr marL="72000" marR="54000" marT="54000" marB="540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EE7B637-86CA-51A4-1BE9-45B69D83C98D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C444CC8-9EEE-7339-2AA7-CD9CA7ED10CA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34262507-E7D8-5632-F95E-18A881C5D091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1C49B4CC-5D53-B8BF-F17B-CE29FCBBD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21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FC26-5C9F-EA3C-D568-4C4C35BFD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2371-9EB3-B2CF-B40A-1465348D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Delivery status – Supplier Core Services (Contd...)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9C0FB-F60F-A7BC-E28C-CD76946A2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58FF19-3841-7DDD-5B7E-10CC5FD39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06696"/>
              </p:ext>
            </p:extLst>
          </p:nvPr>
        </p:nvGraphicFramePr>
        <p:xfrm>
          <a:off x="201601" y="1109834"/>
          <a:ext cx="11788798" cy="1959316"/>
        </p:xfrm>
        <a:graphic>
          <a:graphicData uri="http://schemas.openxmlformats.org/drawingml/2006/table">
            <a:tbl>
              <a:tblPr/>
              <a:tblGrid>
                <a:gridCol w="9139169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252824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79810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8619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nrope Light"/>
                          <a:cs typeface="Helvetica"/>
                        </a:rPr>
                        <a:t>Verify that Invited and Pending Invitation statuses are displayed on the All-Suppliers page, with navigation to the invite overview page on row click and the invite edit page when editing a pending invitation</a:t>
                      </a:r>
                      <a:endParaRPr lang="en-US"/>
                    </a:p>
                    <a:p>
                      <a:pPr marL="517525" marR="0" lvl="0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latin typeface="Manrope" panose="020B0604020202020204" charset="0"/>
                          <a:cs typeface="Helvetica"/>
                        </a:rPr>
                        <a:t>Automation story in-progress this week – 2 stories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Manrope" panose="020B0604020202020204" charset="0"/>
                        <a:cs typeface="Helvetica"/>
                      </a:endParaRPr>
                    </a:p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cs typeface="Helvetica"/>
                        </a:rPr>
                        <a:t>Automation test scripts for Resale Invite - Payment section</a:t>
                      </a:r>
                    </a:p>
                    <a:p>
                      <a:pPr marL="746125" marR="0" lvl="0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₋"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cs typeface="Helvetica"/>
                        </a:rPr>
                        <a:t>Create automation test script for Supplier MCI Registration – Quick Edits</a:t>
                      </a:r>
                    </a:p>
                    <a:p>
                      <a:pPr marL="514350" marR="0" lv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None/>
                      </a:pP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Manrope Light"/>
                        <a:cs typeface="Helvetica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343A517-9EC6-F581-F843-286DD2DD54D3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AF16BF7-69D0-D735-B823-C287F6D74599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5A00D3ED-432E-526B-3F01-CFC51EA6F6DE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CD429483-E804-986F-D322-094A26826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319287-8837-8F0A-4ECE-2EDFDFF82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707673"/>
              </p:ext>
            </p:extLst>
          </p:nvPr>
        </p:nvGraphicFramePr>
        <p:xfrm>
          <a:off x="202538" y="2975326"/>
          <a:ext cx="11787861" cy="1231556"/>
        </p:xfrm>
        <a:graphic>
          <a:graphicData uri="http://schemas.openxmlformats.org/drawingml/2006/table">
            <a:tbl>
              <a:tblPr/>
              <a:tblGrid>
                <a:gridCol w="11787861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l">
                        <a:buNone/>
                      </a:pPr>
                      <a:r>
                        <a:rPr lang="en-US" sz="1400" b="1" i="0" u="none" strike="noStrike" cap="none" spc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</a:rPr>
                        <a:t>Key activities for next week</a:t>
                      </a:r>
                      <a:endParaRPr lang="en-US"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86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l">
                        <a:lnSpc>
                          <a:spcPts val="1600"/>
                        </a:lnSpc>
                        <a:buNone/>
                      </a:pPr>
                      <a:r>
                        <a:rPr lang="en-US" sz="1200" b="1" u="sng">
                          <a:latin typeface="Manrope" panose="020B0604020202020204" charset="0"/>
                        </a:rPr>
                        <a:t>SPUR </a:t>
                      </a:r>
                      <a:r>
                        <a:rPr lang="en-US" sz="1200" b="1" i="0" u="sng">
                          <a:solidFill>
                            <a:srgbClr val="000000"/>
                          </a:solidFill>
                          <a:effectLst/>
                          <a:latin typeface="Manrope" panose="020B0604020202020204" charset="0"/>
                        </a:rPr>
                        <a:t>​</a:t>
                      </a:r>
                      <a:endParaRPr lang="en-US" sz="1200">
                        <a:latin typeface="Manrope" panose="020B0604020202020204" charset="0"/>
                      </a:endParaRPr>
                    </a:p>
                    <a:p>
                      <a:pPr marL="228600" marR="0" lvl="0" indent="-228600" algn="l" rtl="0" eaLnBrk="1" latinLnBrk="0" hangingPunct="1">
                        <a:lnSpc>
                          <a:spcPts val="1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nrope Light"/>
                          <a:ea typeface="Helvetica"/>
                          <a:cs typeface="Helvetica"/>
                        </a:rPr>
                        <a:t>Add publication update time as new tax-exempt validation field</a:t>
                      </a:r>
                    </a:p>
                    <a:p>
                      <a:pPr algn="l" rtl="0" fontAlgn="base">
                        <a:lnSpc>
                          <a:spcPts val="1600"/>
                        </a:lnSpc>
                        <a:buNone/>
                      </a:pPr>
                      <a:r>
                        <a:rPr lang="en-US" sz="1200" b="1" u="sng">
                          <a:latin typeface="Manrope" panose="020B0604020202020204" charset="0"/>
                        </a:rPr>
                        <a:t>Supplier Portal – QA​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Manrope" panose="020B0604020202020204" charset="0"/>
                        <a:ea typeface="Helvetica"/>
                        <a:cs typeface="Helvetica"/>
                        <a:sym typeface="Calibri"/>
                      </a:endParaRPr>
                    </a:p>
                    <a:p>
                      <a:pPr marL="228600" marR="0" lvl="0" indent="-228600" algn="l">
                        <a:lnSpc>
                          <a:spcPts val="1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nrope Light"/>
                          <a:cs typeface="Helvetica"/>
                        </a:rPr>
                        <a:t>Finalize remaining functional testing and automation coverage for the Resale Invite payment flow and Supplier MCI Registration quick edit features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59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A3164-ABA7-F6F2-ADAB-57531A51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2F1B-90F9-9857-6D67-8D902691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04" y="320675"/>
            <a:ext cx="5442296" cy="295275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Delivery status – Pricing Core Service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CAF49-4221-9F7C-4E81-2BE3ADC0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492253-9DB9-53BC-650E-D6E905392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031597"/>
              </p:ext>
            </p:extLst>
          </p:nvPr>
        </p:nvGraphicFramePr>
        <p:xfrm>
          <a:off x="201601" y="1100907"/>
          <a:ext cx="11788798" cy="3381716"/>
        </p:xfrm>
        <a:graphic>
          <a:graphicData uri="http://schemas.openxmlformats.org/drawingml/2006/table">
            <a:tbl>
              <a:tblPr/>
              <a:tblGrid>
                <a:gridCol w="9139169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29022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90228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188180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171450" lvl="0" indent="-171450" algn="l">
                        <a:lnSpc>
                          <a:spcPts val="1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Sprint – Micromanager man - Ended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(May 22 – Jun 05) Stories (Total – 8,  completed –5, In-review – 3) </a:t>
                      </a:r>
                      <a:endParaRPr lang="en-US" sz="1200">
                        <a:latin typeface="+mn-lt"/>
                      </a:endParaRPr>
                    </a:p>
                    <a:p>
                      <a:pPr marL="171450" indent="-171450" algn="l" rtl="0" fontAlgn="base">
                        <a:lnSpc>
                          <a:spcPts val="1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anrope Light"/>
                          <a:ea typeface="Calibri"/>
                          <a:cs typeface="Calibri"/>
                        </a:rPr>
                        <a:t>Current week sprint status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 Light"/>
                          <a:ea typeface="Calibri"/>
                          <a:cs typeface="Calibri"/>
                        </a:rPr>
                        <a:t>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FillTx/>
                        <a:latin typeface="Manrope Ligh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457200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 panose="020B0604020202020204" pitchFamily="34" charset="0"/>
                        <a:buChar char="Ø"/>
                      </a:pPr>
                      <a:r>
                        <a:rPr lang="en-US" sz="1200" b="1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nrope"/>
                          <a:cs typeface="Helvetica"/>
                        </a:rPr>
                        <a:t>Stories completed this week  – 5 stories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effectLst/>
                        <a:latin typeface="Manrope"/>
                        <a:cs typeface="Helvetica"/>
                      </a:endParaRP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nrope Light"/>
                          <a:cs typeface="Helvetica"/>
                        </a:rPr>
                        <a:t>Create Pub/Sub topic for Bobcat</a:t>
                      </a:r>
                      <a:endParaRPr lang="en-IN" sz="1200" b="0" i="0" u="none" strike="noStrike" kern="1200">
                        <a:solidFill>
                          <a:schemeClr val="dk1"/>
                        </a:solidFill>
                        <a:effectLst/>
                        <a:latin typeface="Manrope Light"/>
                        <a:cs typeface="Helvetica"/>
                      </a:endParaRP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nrope Light"/>
                          <a:cs typeface="Helvetica"/>
                        </a:rPr>
                        <a:t>Implement new message schema as a v2 schedule</a:t>
                      </a: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nrope Light"/>
                          <a:cs typeface="Helvetica"/>
                        </a:rPr>
                        <a:t>Refactor Brick and Mortar Price Schedule re-calculator to use virtual threads</a:t>
                      </a: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nrope Light"/>
                          <a:cs typeface="Helvetica"/>
                        </a:rPr>
                        <a:t>Add flyway migrations to amend emissions table, with algorithm id value for each row.</a:t>
                      </a: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nrope Light"/>
                          <a:cs typeface="Helvetica"/>
                        </a:rPr>
                        <a:t>Amend v1 emitters to work in presence of datetimes</a:t>
                      </a:r>
                    </a:p>
                    <a:p>
                      <a:pPr marL="457200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 panose="020B0604020202020204" pitchFamily="34" charset="0"/>
                        <a:buChar char="Ø"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nrope"/>
                          <a:cs typeface="Helvetica"/>
                        </a:rPr>
                        <a:t>Stories released for partner review this week </a:t>
                      </a: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nrope"/>
                          <a:cs typeface="Helvetica"/>
                          <a:sym typeface="Calibri"/>
                        </a:rPr>
                        <a:t>–</a:t>
                      </a: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nrope"/>
                          <a:cs typeface="Helvetica"/>
                        </a:rPr>
                        <a:t> 3</a:t>
                      </a: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nrope"/>
                          <a:cs typeface="Helvetica"/>
                          <a:sym typeface="Calibri"/>
                        </a:rPr>
                        <a:t> </a:t>
                      </a: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nrope"/>
                          <a:cs typeface="Helvetica"/>
                        </a:rPr>
                        <a:t>stories</a:t>
                      </a:r>
                      <a:endParaRPr lang="en-US" sz="1200" b="1" i="0" u="none" strike="noStrike" kern="1200">
                        <a:solidFill>
                          <a:srgbClr val="000000"/>
                        </a:solidFill>
                        <a:effectLst/>
                        <a:latin typeface="Manrope"/>
                        <a:cs typeface="Helvetica"/>
                      </a:endParaRP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nrope Light"/>
                          <a:cs typeface="Helvetica"/>
                        </a:rPr>
                        <a:t>Refactor Ecommerce Price Schedule re-calculator to use virtual threads</a:t>
                      </a:r>
                      <a:endParaRPr lang="en-IN" sz="1200" b="0" i="0" u="none" strike="noStrike" kern="1200">
                        <a:solidFill>
                          <a:schemeClr val="dk1"/>
                        </a:solidFill>
                        <a:effectLst/>
                        <a:latin typeface="Manrope Light"/>
                        <a:cs typeface="Helvetica"/>
                      </a:endParaRP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nrope Light"/>
                          <a:cs typeface="Helvetica"/>
                        </a:rPr>
                        <a:t>Add Price Type Reason Code to schedule</a:t>
                      </a:r>
                    </a:p>
                    <a:p>
                      <a:pPr marL="628650" marR="0" lvl="2" indent="-171450" algn="l" rtl="0" eaLnBrk="1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nrope Light"/>
                          <a:cs typeface="Helvetica"/>
                        </a:rPr>
                        <a:t>Pub/sub response messages are too large</a:t>
                      </a:r>
                    </a:p>
                    <a:p>
                      <a:pPr marL="457200" marR="0" lvl="2" indent="0" algn="l" rtl="0" eaLnBrk="1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None/>
                      </a:pPr>
                      <a:endParaRPr lang="en-IN" sz="1200" b="0" i="0" u="none" strike="noStrike" kern="1200">
                        <a:solidFill>
                          <a:schemeClr val="dk1"/>
                        </a:solidFill>
                        <a:effectLst/>
                        <a:latin typeface="Manrope Light"/>
                        <a:cs typeface="Helvetica"/>
                      </a:endParaRPr>
                    </a:p>
                  </a:txBody>
                  <a:tcPr marL="72000" marR="54000" marT="54000" marB="540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CCB1BCB-76A1-0D58-EC65-22DA586CD19E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B03CA2DF-C3CA-67FB-614B-40F7AA7456D1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6E705448-B24F-374C-C8EE-1DE9E96016BB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31D09F2E-9828-200E-06AA-76B7EFCF9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7F0C89-839A-FB34-77E0-6E22A822A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351083"/>
              </p:ext>
            </p:extLst>
          </p:nvPr>
        </p:nvGraphicFramePr>
        <p:xfrm>
          <a:off x="201601" y="4370540"/>
          <a:ext cx="11788798" cy="830365"/>
        </p:xfrm>
        <a:graphic>
          <a:graphicData uri="http://schemas.openxmlformats.org/drawingml/2006/table">
            <a:tbl>
              <a:tblPr/>
              <a:tblGrid>
                <a:gridCol w="11788798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</a:tblGrid>
              <a:tr h="32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l">
                        <a:buNone/>
                      </a:pPr>
                      <a:r>
                        <a:rPr lang="en-US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</a:rPr>
                        <a:t>Key activities for next week</a:t>
                      </a:r>
                      <a:endParaRPr lang="en-US"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3117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228600" lvl="0" indent="-22860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Rework algorithm switchover logic in brick and mortar and ecommerce re-calculators to use virtual threads</a:t>
                      </a:r>
                    </a:p>
                    <a:p>
                      <a:pPr marL="0" lvl="0" indent="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 Light"/>
                        <a:sym typeface="Calibri"/>
                      </a:endParaRPr>
                    </a:p>
                  </a:txBody>
                  <a:tcPr marL="72000" marR="53999" marT="53999" marB="5399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65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C20B3-385D-8406-14BB-3B6C454B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9828-A581-AF3D-68FB-1AC8DE0E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Delivery status - Wentworth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57238-5A2F-96FD-CF80-F7E06389B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4C4B13E-3379-0A67-CBF5-21CB84AA78E8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B8492508-31CC-1804-F1AA-EA911B526C52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75F36365-EE33-64BB-C28B-0EF22BD39E72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C2336B3-A155-F909-1F28-39884D517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C3B9D9-F76C-A1AD-A472-42863CC54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278993"/>
              </p:ext>
            </p:extLst>
          </p:nvPr>
        </p:nvGraphicFramePr>
        <p:xfrm>
          <a:off x="201601" y="1114088"/>
          <a:ext cx="11788798" cy="2162516"/>
        </p:xfrm>
        <a:graphic>
          <a:graphicData uri="http://schemas.openxmlformats.org/drawingml/2006/table">
            <a:tbl>
              <a:tblPr/>
              <a:tblGrid>
                <a:gridCol w="9139169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29142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91420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138985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368300" marR="0" lvl="0" indent="-190500" algn="l" rtl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nrope Light"/>
                        </a:rPr>
                        <a:t>Current week status (Jun 01 – Jun 05) Stories (Total – 3, Completed – 1, In-progress – 2)</a:t>
                      </a:r>
                      <a:endParaRPr lang="en-US" sz="1200">
                        <a:latin typeface="Manrope Light"/>
                      </a:endParaRPr>
                    </a:p>
                    <a:p>
                      <a:pPr marL="400050" marR="0" lvl="7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 panose="020B0604020202020204" pitchFamily="34" charset="0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Manrope"/>
                          <a:cs typeface="Manrope  "/>
                        </a:rPr>
                        <a:t>Stories completed this week – 1 story</a:t>
                      </a: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 panose="020B0604020202020204" pitchFamily="34" charset="0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Manrope Light"/>
                        </a:rPr>
                        <a:t>Add Wentworth count support for warehouse location items</a:t>
                      </a:r>
                    </a:p>
                    <a:p>
                      <a:pPr marL="400050" marR="0" lvl="7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Stories in-progress this week – 2 stories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Explore effect framework for use with expo router</a:t>
                      </a: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Add a new Wentworth link between warehouse location items and warehouse items</a:t>
                      </a: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 Light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84CD4E-57A6-ACDC-CD5B-3F9A5686B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430531"/>
              </p:ext>
            </p:extLst>
          </p:nvPr>
        </p:nvGraphicFramePr>
        <p:xfrm>
          <a:off x="201601" y="3249694"/>
          <a:ext cx="11788798" cy="825156"/>
        </p:xfrm>
        <a:graphic>
          <a:graphicData uri="http://schemas.openxmlformats.org/drawingml/2006/table">
            <a:tbl>
              <a:tblPr/>
              <a:tblGrid>
                <a:gridCol w="11788798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</a:tblGrid>
              <a:tr h="290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US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Key activities for next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756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228600" lvl="0" indent="-22860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Implement a Wentworth subgraph</a:t>
                      </a:r>
                    </a:p>
                    <a:p>
                      <a:pPr marL="0" lvl="0" indent="0" algn="l">
                        <a:lnSpc>
                          <a:spcPts val="1600"/>
                        </a:lnSpc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 Light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341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C1A0-A5A0-6CAB-D4B1-B1797763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AE7C-5B9A-8347-6667-C572CC94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Delivery status - Location Core Service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DDBD7-F5E9-B91C-F8E6-D7814E19F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395AC1-DB9A-E44D-E4A6-92C421294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56407"/>
              </p:ext>
            </p:extLst>
          </p:nvPr>
        </p:nvGraphicFramePr>
        <p:xfrm>
          <a:off x="201601" y="1117008"/>
          <a:ext cx="11788798" cy="3584916"/>
        </p:xfrm>
        <a:graphic>
          <a:graphicData uri="http://schemas.openxmlformats.org/drawingml/2006/table">
            <a:tbl>
              <a:tblPr/>
              <a:tblGrid>
                <a:gridCol w="9139169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28703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87033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92075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17145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Current week status (Jun 1 – Jun 5)</a:t>
                      </a:r>
                      <a:endParaRPr lang="en-US"/>
                    </a:p>
                    <a:p>
                      <a:pPr marL="400050" marR="0" lvl="7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Activities focused this week 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IN" sz="1200">
                          <a:latin typeface="+mn-lt"/>
                        </a:rPr>
                        <a:t>Utilized available bandwidth effectively for self-learning and upskilling</a:t>
                      </a: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Upskilling on functional programming</a:t>
                      </a: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AI case study documentation for QA workflow/Status report</a:t>
                      </a:r>
                    </a:p>
                    <a:p>
                      <a:pPr marL="400050" marR="0" lvl="2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None/>
                      </a:pP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lv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None/>
                      </a:pPr>
                      <a:r>
                        <a:rPr lang="en-US" sz="1200" b="1" i="0" u="sng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QA:-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Current week status (Jun 1 – Jun 5)</a:t>
                      </a:r>
                      <a:endParaRPr lang="en-US" sz="1200"/>
                    </a:p>
                    <a:p>
                      <a:pPr marL="400050" marR="0" lvl="7" indent="-23177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nrope"/>
                        </a:rPr>
                        <a:t>Activities focused this week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cs typeface="Helvetica"/>
                        </a:rPr>
                        <a:t>Regression suite preparation for FAM – Store List</a:t>
                      </a: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cs typeface="Helvetica"/>
                        </a:rPr>
                        <a:t>Regression suite preparation for FAM – Store creation</a:t>
                      </a: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cs typeface="Helvetica"/>
                        </a:rPr>
                        <a:t>Completed LinkedIn Learning course – </a:t>
                      </a:r>
                      <a:r>
                        <a:rPr lang="en-IN" sz="1200" b="0" i="0" u="none" strike="noStrike" kern="1200" noProof="0" err="1">
                          <a:solidFill>
                            <a:srgbClr val="000000"/>
                          </a:solidFill>
                          <a:latin typeface="+mn-lt"/>
                          <a:cs typeface="Helvetica"/>
                        </a:rPr>
                        <a:t>Agentforce</a:t>
                      </a:r>
                      <a:r>
                        <a:rPr lang="en-IN" sz="12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cs typeface="Helvetica"/>
                        </a:rPr>
                        <a:t> Testing</a:t>
                      </a: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rgbClr val="000000"/>
                          </a:solidFill>
                          <a:latin typeface="+mn-lt"/>
                          <a:cs typeface="Helvetica"/>
                        </a:rPr>
                        <a:t>Discussion and review of AI POC for automating the manual QA workflows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628650" marR="0" lvl="2" indent="-22860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nrope Light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3550554-39D2-974B-E687-4A490E5A6883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6796B16-F9F8-D55C-B713-E696D6A1C479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FE113171-DB26-69A0-1156-A3719C468B0E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91DE9E7-EA4E-CF4D-0D98-B849B5423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38568BC-F92D-6720-6562-DB48775C7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502981"/>
              </p:ext>
            </p:extLst>
          </p:nvPr>
        </p:nvGraphicFramePr>
        <p:xfrm>
          <a:off x="201601" y="4683854"/>
          <a:ext cx="11788798" cy="1028417"/>
        </p:xfrm>
        <a:graphic>
          <a:graphicData uri="http://schemas.openxmlformats.org/drawingml/2006/table">
            <a:tbl>
              <a:tblPr/>
              <a:tblGrid>
                <a:gridCol w="11788798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</a:tblGrid>
              <a:tr h="2725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US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Key activities for next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285750" marR="0" lvl="0" indent="-2857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nrope Light"/>
                          <a:cs typeface="Helvetica"/>
                        </a:rPr>
                        <a:t>AI case study documentation and upskilling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sng" strike="noStrike" kern="1200" noProof="0">
                          <a:solidFill>
                            <a:srgbClr val="000000"/>
                          </a:solidFill>
                          <a:latin typeface="Manrope Light"/>
                          <a:cs typeface="Helvetica"/>
                        </a:rPr>
                        <a:t>QA: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nrope Light"/>
                          <a:cs typeface="Helvetica"/>
                          <a:sym typeface="Calibri"/>
                        </a:rPr>
                        <a:t>Upskill through self learning</a:t>
                      </a:r>
                      <a:endParaRPr lang="en-US">
                        <a:sym typeface="Calibri"/>
                      </a:endParaRPr>
                    </a:p>
                  </a:txBody>
                  <a:tcPr marL="72000" marR="53999" marT="53999" marB="5399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092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BF40D-C628-FCD9-B834-6836B9F21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2EC84-E8E1-74CF-1A29-EBFD70483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b="1">
                <a:latin typeface="Manrope"/>
              </a:rPr>
              <a:t>Delivery status - Pharmacy and Wellness</a:t>
            </a:r>
            <a:r>
              <a:rPr lang="en-US" sz="1600">
                <a:latin typeface="Manrope"/>
              </a:rPr>
              <a:t>​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A67FD-18A0-B1E7-2AD8-5208CA326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1647C9-BE98-9453-7D12-9B9FE8DDD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50344"/>
              </p:ext>
            </p:extLst>
          </p:nvPr>
        </p:nvGraphicFramePr>
        <p:xfrm>
          <a:off x="201601" y="1091981"/>
          <a:ext cx="11788798" cy="4403690"/>
        </p:xfrm>
        <a:graphic>
          <a:graphicData uri="http://schemas.openxmlformats.org/drawingml/2006/table">
            <a:tbl>
              <a:tblPr/>
              <a:tblGrid>
                <a:gridCol w="9139169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324347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n-IN" sz="1400" b="1" i="0" u="none" strike="noStrike" kern="1200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324347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3125433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0" marR="0" lv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F0502020204030204" pitchFamily="34" charset="0"/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nrope"/>
                          <a:cs typeface="Helvetica"/>
                        </a:rPr>
                        <a:t>Sprint – CRx Engineers 05/25-06/08, In-progress</a:t>
                      </a: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nrope"/>
                          <a:ea typeface="Helvetica"/>
                          <a:cs typeface="Helvetica"/>
                        </a:rPr>
                        <a:t> </a:t>
                      </a: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ea typeface="Helvetica"/>
                          <a:cs typeface="Helvetica"/>
                        </a:rPr>
                        <a:t>(May 25 – June 8) Stories (Total – 16, Completed – 12, In-progress – 4)</a:t>
                      </a:r>
                    </a:p>
                    <a:p>
                      <a:pPr marL="17145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F0502020204030204" pitchFamily="34" charset="0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ea typeface="Helvetica"/>
                          <a:cs typeface="Helvetica"/>
                        </a:rPr>
                        <a:t>Current week sprint status</a:t>
                      </a:r>
                    </a:p>
                    <a:p>
                      <a:pPr marL="628650" marR="0" lvl="7" indent="-2857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 panose="020F0502020204030204" pitchFamily="34" charset="0"/>
                        <a:buChar char="Ø"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nrope"/>
                          <a:cs typeface="Helvetica"/>
                        </a:rPr>
                        <a:t>Stories </a:t>
                      </a:r>
                      <a:r>
                        <a:rPr lang="en-IN" sz="1200" b="1" i="0" u="none" strike="noStrike" kern="1200" noProof="0">
                          <a:solidFill>
                            <a:schemeClr val="tx1"/>
                          </a:solidFill>
                          <a:latin typeface="Manrope"/>
                          <a:cs typeface="Helvetica"/>
                        </a:rPr>
                        <a:t>completed this week </a:t>
                      </a: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nrope"/>
                          <a:cs typeface="Helvetica"/>
                        </a:rPr>
                        <a:t>– 9 stories</a:t>
                      </a:r>
                      <a:endParaRPr lang="en-US" sz="1200" b="1" i="0" u="none" strike="noStrike" kern="1200">
                        <a:solidFill>
                          <a:schemeClr val="tx1"/>
                        </a:solidFill>
                        <a:latin typeface="Manrope"/>
                        <a:cs typeface="Helvetica"/>
                      </a:endParaRPr>
                    </a:p>
                    <a:p>
                      <a:pPr marL="80010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 panose="020F050202020403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Validated the deep links in iOS</a:t>
                      </a:r>
                    </a:p>
                    <a:p>
                      <a:pPr marL="80010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 panose="020F050202020403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Validated the ‘Missing banner for auto refill’ in iOS</a:t>
                      </a:r>
                    </a:p>
                    <a:p>
                      <a:pPr marL="80010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 panose="020F050202020403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Validated the  ‘Language settings’ in iOS</a:t>
                      </a:r>
                    </a:p>
                    <a:p>
                      <a:pPr marL="80010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,Sans-Serif" panose="020F050202020403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Validated the e</a:t>
                      </a: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</a:rPr>
                        <a:t>ntry point components of Order Card in iOS</a:t>
                      </a:r>
                      <a:endParaRPr lang="en-IN" sz="1200" b="0" i="0" u="none" strike="noStrike" kern="1200" noProof="0">
                        <a:solidFill>
                          <a:schemeClr val="dk1"/>
                        </a:solidFill>
                        <a:latin typeface="Manrope Light"/>
                        <a:cs typeface="Helvetica"/>
                      </a:endParaRPr>
                    </a:p>
                    <a:p>
                      <a:pPr marL="80010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,Sans-Serif" panose="020F050202020403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</a:rPr>
                        <a:t>Validated the display of session status in Analytics user property in Android</a:t>
                      </a:r>
                    </a:p>
                    <a:p>
                      <a:pPr marL="80010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,Sans-Serif" panose="020F050202020403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</a:rPr>
                        <a:t>Validated the display of success bottom sheet after successfully initiating IOTW in Android</a:t>
                      </a:r>
                    </a:p>
                    <a:p>
                      <a:pPr marL="800100" marR="0" lvl="2" indent="-17145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,Sans-Serif" panose="020F0502020204030204" pitchFamily="34" charset="0"/>
                        <a:buChar char="-"/>
                        <a:tabLst/>
                        <a:defRPr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Validated the ‘Seamless check-in’ cards for ‘Pickup orders’ in iOS</a:t>
                      </a:r>
                    </a:p>
                    <a:p>
                      <a:pPr marL="800100" marR="0" lvl="2" indent="-17145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,Sans-Serif" panose="020F0502020204030204" pitchFamily="34" charset="0"/>
                        <a:buChar char="-"/>
                        <a:tabLst/>
                        <a:defRPr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Validated the ‘Order details’ screen for ‘Pickup orders’ in iOS</a:t>
                      </a:r>
                      <a:endParaRPr lang="en-US" sz="1200" b="0" i="0" u="none" strike="noStrike" kern="1200" noProof="0">
                        <a:solidFill>
                          <a:schemeClr val="dk1"/>
                        </a:solidFill>
                        <a:latin typeface="Manrope Light"/>
                        <a:cs typeface="Helvetica"/>
                      </a:endParaRPr>
                    </a:p>
                    <a:p>
                      <a:pPr marL="800100" marR="0" lvl="2" indent="-17145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,Sans-Serif" panose="020F0502020204030204" pitchFamily="34" charset="0"/>
                        <a:buChar char="-"/>
                        <a:tabLst/>
                        <a:defRPr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Validated the ‘Delete Insurance’ functionality in Android</a:t>
                      </a:r>
                      <a:endParaRPr lang="en-IN" sz="1200" b="0" i="0" u="none" strike="noStrike" kern="1200" noProof="0">
                        <a:solidFill>
                          <a:schemeClr val="dk1"/>
                        </a:solidFill>
                        <a:latin typeface="Manrope Light"/>
                      </a:endParaRPr>
                    </a:p>
                    <a:p>
                      <a:pPr marL="628650" marR="0" lvl="7" indent="-2857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 panose="020F0502020204030204" pitchFamily="34" charset="0"/>
                        <a:buChar char="Ø"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nrope"/>
                        </a:rPr>
                        <a:t>Stories </a:t>
                      </a:r>
                      <a:r>
                        <a:rPr lang="en-IN" sz="1200" b="1" i="0" u="none" strike="noStrike" kern="1200" noProof="0">
                          <a:solidFill>
                            <a:schemeClr val="tx1"/>
                          </a:solidFill>
                          <a:latin typeface="Manrope"/>
                        </a:rPr>
                        <a:t>in-progress this week </a:t>
                      </a: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nrope"/>
                        </a:rPr>
                        <a:t>– 4 stories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Manrope"/>
                      </a:endParaRPr>
                    </a:p>
                    <a:p>
                      <a:pPr marL="80010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 panose="020F050202020403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 the ‘Cold transfer review’ screen in iOS</a:t>
                      </a:r>
                    </a:p>
                    <a:p>
                      <a:pPr marL="80010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 panose="020F050202020403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 </a:t>
                      </a: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</a:rPr>
                        <a:t>the display of session status in Analytics user property in Android</a:t>
                      </a:r>
                    </a:p>
                    <a:p>
                      <a:pPr marL="80010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 panose="020F0502020204030204" pitchFamily="34" charset="0"/>
                        <a:buChar char="-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 the ‘Location Service’ sheet for ‘Seamless Check-in’ workflow in Android</a:t>
                      </a:r>
                    </a:p>
                    <a:p>
                      <a:pPr marL="800100" marR="0" lvl="2" indent="-17145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 panose="020F0502020204030204" pitchFamily="34" charset="0"/>
                        <a:buChar char="-"/>
                        <a:tabLst/>
                        <a:defRPr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Validate the </a:t>
                      </a: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ea typeface="Helvetica"/>
                          <a:cs typeface="Helvetica"/>
                        </a:rPr>
                        <a:t>‘</a:t>
                      </a:r>
                      <a:r>
                        <a:rPr lang="en-IN" sz="1200" b="0" i="0" u="none" strike="noStrike" kern="1200">
                          <a:solidFill>
                            <a:schemeClr val="dk1"/>
                          </a:solidFill>
                          <a:latin typeface="Manrope Light"/>
                          <a:ea typeface="Helvetica"/>
                          <a:cs typeface="Helvetica"/>
                        </a:rPr>
                        <a:t>Pickup code’ label in the ‘We’ll see you soon’ sheet for Multiple orders in Android</a:t>
                      </a:r>
                    </a:p>
                    <a:p>
                      <a:pPr marL="800100" marR="0" lvl="2" indent="-17145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alibri" panose="020F0502020204030204" pitchFamily="34" charset="0"/>
                        <a:buChar char="-"/>
                        <a:tabLst/>
                        <a:defRPr/>
                      </a:pPr>
                      <a:endParaRPr lang="en-IN" sz="1200" b="0" i="0" u="none" strike="noStrike" kern="1200">
                        <a:solidFill>
                          <a:schemeClr val="dk1"/>
                        </a:solidFill>
                        <a:highlight>
                          <a:srgbClr val="00FF00"/>
                        </a:highlight>
                        <a:latin typeface="Manrope Light"/>
                        <a:ea typeface="Helvetica"/>
                        <a:cs typeface="Helvetica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DF1789E-F8B9-4A80-4A09-F53A4837FEE6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92BE18B-F38E-59DC-3A86-C0879596609E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8D04E6BC-04EE-1912-802C-FC2FF433C5FE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C3C8CAEF-2282-9A1D-53E6-E1105084C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565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13485-988D-1FDC-575B-4A6A7B47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298A-00A1-DFC6-3CE7-2C8C3092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b="1">
                <a:latin typeface="Manrope"/>
              </a:rPr>
              <a:t>Delivery status - Pharmacy and Wellness</a:t>
            </a:r>
            <a:r>
              <a:rPr lang="en-US" sz="1600">
                <a:latin typeface="Manrope"/>
              </a:rPr>
              <a:t>​  </a:t>
            </a:r>
            <a:r>
              <a:rPr lang="en-US" sz="1600" b="1">
                <a:latin typeface="Manrope"/>
              </a:rPr>
              <a:t>(</a:t>
            </a:r>
            <a:r>
              <a:rPr lang="en-US" sz="1600" b="1" err="1">
                <a:latin typeface="Manrope"/>
              </a:rPr>
              <a:t>Contd</a:t>
            </a:r>
            <a:r>
              <a:rPr lang="en-US" sz="1600" b="1">
                <a:latin typeface="Manrope"/>
              </a:rPr>
              <a:t>…)</a:t>
            </a:r>
            <a:endParaRPr lang="en-US" sz="1600">
              <a:latin typeface="Manrope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422B2-08D6-E4D0-743B-0DD6F41B7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D8CE015-CFAA-E888-00F0-CDD6D93A4FBF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43835B86-7EE8-C371-1431-731CCD60ECC9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D634E2B7-6410-61A7-EB81-93882FBD6BE2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E78F7FFF-4324-3139-99C3-B75C0E5BB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D5607C-DB6A-B6BF-2B85-039CDD867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412866"/>
              </p:ext>
            </p:extLst>
          </p:nvPr>
        </p:nvGraphicFramePr>
        <p:xfrm>
          <a:off x="215138" y="1087024"/>
          <a:ext cx="11788798" cy="1055095"/>
        </p:xfrm>
        <a:graphic>
          <a:graphicData uri="http://schemas.openxmlformats.org/drawingml/2006/table">
            <a:tbl>
              <a:tblPr/>
              <a:tblGrid>
                <a:gridCol w="11788798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</a:tblGrid>
              <a:tr h="348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n-US" sz="1400" b="1" i="0" u="none" strike="noStrike" kern="1200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Key activities for next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6658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171450" marR="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/>
                        <a:buChar char="•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</a:rPr>
                        <a:t>Test </a:t>
                      </a: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the ‘Cold transfer review’ screen in iOS</a:t>
                      </a:r>
                      <a:endParaRPr lang="en-IN" sz="1200">
                        <a:latin typeface="Manrope Light"/>
                      </a:endParaRPr>
                    </a:p>
                    <a:p>
                      <a:pPr marL="171450" marR="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/>
                        <a:buChar char="•"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</a:rPr>
                        <a:t>Test the display of session status in Analytics user property in Android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en-IN" sz="1200" b="0" i="0" u="none" strike="noStrike" kern="1200" noProof="0">
                          <a:solidFill>
                            <a:schemeClr val="dk1"/>
                          </a:solidFill>
                          <a:latin typeface="Manrope Light"/>
                          <a:cs typeface="Helvetica"/>
                        </a:rPr>
                        <a:t>Test the ‘Location Service’ sheet for ‘Seamless Check-in’ workflow in Android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899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52D9-F765-FFDC-85DE-6E33E339B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2991-457D-7D5F-B7DD-F14399B0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b="1">
                <a:latin typeface="Manrope"/>
              </a:rPr>
              <a:t>Delivery status – Global Sourcing Solution</a:t>
            </a:r>
            <a:endParaRPr lang="en-US">
              <a:latin typeface="Manrope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3F1C5-6B13-6FD1-4E6C-B61066D5A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41D61A-736D-3A05-200F-7A0F3EEA8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07632"/>
              </p:ext>
            </p:extLst>
          </p:nvPr>
        </p:nvGraphicFramePr>
        <p:xfrm>
          <a:off x="201601" y="1094923"/>
          <a:ext cx="11788798" cy="2365716"/>
        </p:xfrm>
        <a:graphic>
          <a:graphicData uri="http://schemas.openxmlformats.org/drawingml/2006/table">
            <a:tbl>
              <a:tblPr/>
              <a:tblGrid>
                <a:gridCol w="9139169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25601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56016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1145335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171450" marR="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1" i="0" u="none" strike="noStrike" cap="none" spc="0" baseline="0" noProof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latin typeface="Manrope"/>
                        </a:rPr>
                        <a:t>Sprint – GSS, In Progress </a:t>
                      </a:r>
                      <a:r>
                        <a:rPr lang="en-US" sz="1200" b="0" i="0" u="none" strike="noStrike" cap="none" spc="0" baseline="0" noProof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latin typeface="Manrope Light"/>
                        </a:rPr>
                        <a:t>(June 02 - June 15 )  Stories (</a:t>
                      </a:r>
                      <a:r>
                        <a:rPr lang="en-IN" sz="1200" b="0" i="0" u="none" strike="noStrike" cap="none" spc="0" baseline="0" noProof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latin typeface="Manrope Light"/>
                        </a:rPr>
                        <a:t>Total – 3,  Completed – 2, In Progress- 1</a:t>
                      </a:r>
                      <a:r>
                        <a:rPr lang="en-US" sz="1200" b="0" i="0" u="none" strike="noStrike" cap="none" spc="0" baseline="0" noProof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latin typeface="Manrope Light"/>
                        </a:rPr>
                        <a:t>) </a:t>
                      </a:r>
                      <a:endParaRPr lang="en-US" sz="1200" b="0" i="0" u="none" strike="noStrike" cap="none" spc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 Light"/>
                      </a:endParaRPr>
                    </a:p>
                    <a:p>
                      <a:pPr marL="171450" marR="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i="0" u="none" strike="noStrike" cap="none" spc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 Light"/>
                        </a:rPr>
                        <a:t>Current week sprint status</a:t>
                      </a:r>
                    </a:p>
                    <a:p>
                      <a:pPr marL="457200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cap="none" spc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</a:rPr>
                        <a:t>Stories completed this week – 2 Stories</a:t>
                      </a:r>
                      <a:endParaRPr lang="en-US" sz="1200" b="0" i="0" u="none" strike="noStrike" cap="none" spc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</a:endParaRP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cap="none" spc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</a:rPr>
                        <a:t>Sync Latest API Changes with Batch Application</a:t>
                      </a: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cap="none" spc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</a:rPr>
                        <a:t>Setup Unit and Integration tests for Batch Jobs</a:t>
                      </a:r>
                      <a:endParaRPr lang="en-US" sz="1200">
                        <a:latin typeface="+mn-lt"/>
                      </a:endParaRPr>
                    </a:p>
                    <a:p>
                      <a:pPr marL="457200" marR="0" lvl="7" indent="-288925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Ø"/>
                      </a:pPr>
                      <a:r>
                        <a:rPr lang="en-US" sz="1200" b="1" i="0" u="none" strike="noStrike" cap="none" spc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</a:rPr>
                        <a:t>Stories in progress this week – 1 Story</a:t>
                      </a: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nrope Light"/>
                        </a:rPr>
                        <a:t>Enable Unit Test Execution in the CI/CD Pipeline for Batch Jobs</a:t>
                      </a:r>
                    </a:p>
                    <a:p>
                      <a:pPr marL="457200" marR="0" lvl="2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None/>
                      </a:pPr>
                      <a:endParaRPr lang="en-US" sz="1200" b="0" i="0" u="none" strike="noStrike" cap="none" spc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BB6FA84-98AF-7E15-3BC7-47BD3E4F3292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9F41D76-C636-D578-808B-3CE46F3BD01C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B7E5EF04-3DD8-88B2-8309-DAC22A03F3F9}"/>
              </a:ext>
            </a:extLst>
          </p:cNvPr>
          <p:cNvSpPr/>
          <p:nvPr/>
        </p:nvSpPr>
        <p:spPr>
          <a:xfrm>
            <a:off x="108563" y="6615114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830C82EA-37C7-BF3A-81AB-00484F4CD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42ECD2-8DF5-99E3-1248-046300BE4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563627"/>
              </p:ext>
            </p:extLst>
          </p:nvPr>
        </p:nvGraphicFramePr>
        <p:xfrm>
          <a:off x="211715" y="3436692"/>
          <a:ext cx="11788798" cy="825156"/>
        </p:xfrm>
        <a:graphic>
          <a:graphicData uri="http://schemas.openxmlformats.org/drawingml/2006/table">
            <a:tbl>
              <a:tblPr/>
              <a:tblGrid>
                <a:gridCol w="11788798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US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Key activities for next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3184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171450" marR="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cap="none" spc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 Light"/>
                        </a:rPr>
                        <a:t>Enable Continuous Execution of Batch Unit Tests in CI/CD</a:t>
                      </a:r>
                    </a:p>
                    <a:p>
                      <a:pPr marL="0" marR="0" lv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</a:pPr>
                      <a:endParaRPr lang="en-US" sz="1200" b="0" i="0" u="none" strike="noStrike" kern="1200" cap="none" spc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 Light"/>
                        <a:cs typeface="Helvetica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87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2EFB9-513D-7554-9147-D9CB78F1F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25AD-936A-3889-2CAE-904BE8F6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Delivery status - BSA (</a:t>
            </a:r>
            <a:r>
              <a:rPr lang="en-US" sz="1600" b="1" err="1">
                <a:latin typeface="Manrope"/>
              </a:rPr>
              <a:t>LoCo</a:t>
            </a:r>
            <a:r>
              <a:rPr lang="en-US" sz="1600" b="1">
                <a:latin typeface="Manrope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F2C50-6763-F8ED-43D5-A757E3DEF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F6E456-BEA2-E121-CB20-F17266A99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639099"/>
              </p:ext>
            </p:extLst>
          </p:nvPr>
        </p:nvGraphicFramePr>
        <p:xfrm>
          <a:off x="201601" y="1120014"/>
          <a:ext cx="11788798" cy="1552916"/>
        </p:xfrm>
        <a:graphic>
          <a:graphicData uri="http://schemas.openxmlformats.org/drawingml/2006/table">
            <a:tbl>
              <a:tblPr/>
              <a:tblGrid>
                <a:gridCol w="9139169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28418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Highlights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Overall status</a:t>
                      </a:r>
                      <a:endParaRPr lang="en-IN" sz="1400" b="0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84188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797541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171450" marR="0" lvl="0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cap="none" spc="0" baseline="0" noProof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Current week status (</a:t>
                      </a:r>
                      <a:r>
                        <a:rPr lang="en-US" sz="1200" b="0" i="0" u="none" strike="noStrike" cap="none" spc="0" baseline="0" noProof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Jun 01 – Jun 05</a:t>
                      </a:r>
                      <a:r>
                        <a:rPr lang="en-US" sz="1200" b="0" i="0" u="none" strike="noStrike" cap="none" spc="0" baseline="0" noProof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457200" marR="0" lvl="7" indent="-288925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/>
                        <a:buChar char="Ø"/>
                        <a:tabLst/>
                        <a:defRPr/>
                      </a:pPr>
                      <a:r>
                        <a:rPr lang="en-US" sz="1200" b="0" i="0" u="none" strike="noStrike" kern="1200" cap="none" spc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Calibri"/>
                          <a:cs typeface="Helvetica"/>
                        </a:rPr>
                        <a:t>Coordination for Mainframe Retirement UAT activities; Business Users Feedback received</a:t>
                      </a:r>
                    </a:p>
                    <a:p>
                      <a:pPr marL="457200" marR="0" lvl="7" indent="-288925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/>
                        <a:buChar char="Ø"/>
                        <a:tabLst/>
                        <a:defRPr/>
                      </a:pPr>
                      <a:r>
                        <a:rPr lang="en-US" sz="1200" b="0" i="0" u="none" strike="noStrike" kern="1200" cap="none" spc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Calibri"/>
                          <a:cs typeface="Helvetica"/>
                        </a:rPr>
                        <a:t>Backlog Refinement for Q3 Work</a:t>
                      </a:r>
                    </a:p>
                    <a:p>
                      <a:pPr marL="168275" marR="0" lvl="7" indent="0" algn="l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/>
                        <a:buNone/>
                        <a:tabLst/>
                        <a:defRPr/>
                      </a:pPr>
                      <a:endParaRPr lang="en-US" sz="1200" b="0" i="0" u="none" strike="noStrike" kern="1200" cap="none" spc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+mn-lt"/>
                        <a:ea typeface="Calibri"/>
                        <a:cs typeface="Helvetica"/>
                      </a:endParaRPr>
                    </a:p>
                  </a:txBody>
                  <a:tcPr marL="72000" marR="54000" marT="54000" marB="540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7105498-A44F-6C0B-A2AF-7A164D36CAAE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0746717-5F13-7E84-CDCD-CADB2C6ED76B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E1A6ECF9-7B14-A35B-08F9-5728BA02227B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50363437-D457-FA79-80D8-0C3C2A07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0F362C-36B4-27C0-ED20-8E5F2685D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602980"/>
              </p:ext>
            </p:extLst>
          </p:nvPr>
        </p:nvGraphicFramePr>
        <p:xfrm>
          <a:off x="197051" y="2626074"/>
          <a:ext cx="11788798" cy="1434756"/>
        </p:xfrm>
        <a:graphic>
          <a:graphicData uri="http://schemas.openxmlformats.org/drawingml/2006/table">
            <a:tbl>
              <a:tblPr/>
              <a:tblGrid>
                <a:gridCol w="11788798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</a:tblGrid>
              <a:tr h="274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US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Key activities for next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512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171450" marR="0" lvl="1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cap="none" spc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</a:rPr>
                        <a:t>Mainframe Retirement</a:t>
                      </a:r>
                      <a:endParaRPr lang="en-US" sz="1200" b="0" i="0" u="none" strike="noStrike" kern="1200" cap="none" spc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+mn-lt"/>
                        <a:ea typeface="Calibri"/>
                        <a:cs typeface="Helvetica"/>
                      </a:endParaRP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kern="1200" cap="none" spc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Calibri"/>
                          <a:cs typeface="Helvetica"/>
                        </a:rPr>
                        <a:t>Coordinate with team on UAT Feedback</a:t>
                      </a:r>
                    </a:p>
                    <a:p>
                      <a:pPr marL="628650" marR="0" lvl="2" indent="-17145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en-US" sz="1200" b="0" i="0" u="none" strike="noStrike" kern="1200" cap="none" spc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Calibri"/>
                          <a:cs typeface="Helvetica"/>
                        </a:rPr>
                        <a:t>Refine any new stories on a need basis</a:t>
                      </a:r>
                    </a:p>
                    <a:p>
                      <a:pPr marL="171450" marR="0" lvl="0" indent="-171450" algn="l" rtl="0" eaLnBrk="1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cap="none" spc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</a:rPr>
                        <a:t>Continue backlog Refinement for Q3 work</a:t>
                      </a:r>
                    </a:p>
                    <a:p>
                      <a:pPr marL="171450" marR="0" lvl="0" indent="-171450" algn="l" rtl="0" eaLnBrk="1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cap="none" spc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</a:rPr>
                        <a:t>Continue ramp-up and documentation on FAM app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961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659A-C944-0129-4425-63BF6492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9BF1-A3B7-5232-6629-8D148A62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Matters Of Attention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B12DC-AD2D-4362-EB64-4908E4132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7D8227-BD62-493E-2D2D-2EDB2157C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092069"/>
              </p:ext>
            </p:extLst>
          </p:nvPr>
        </p:nvGraphicFramePr>
        <p:xfrm>
          <a:off x="201601" y="1247831"/>
          <a:ext cx="11788798" cy="933600"/>
        </p:xfrm>
        <a:graphic>
          <a:graphicData uri="http://schemas.openxmlformats.org/drawingml/2006/table">
            <a:tbl>
              <a:tblPr/>
              <a:tblGrid>
                <a:gridCol w="9139169">
                  <a:extLst>
                    <a:ext uri="{9D8B030D-6E8A-4147-A177-3AD203B41FA5}">
                      <a16:colId xmlns:a16="http://schemas.microsoft.com/office/drawing/2014/main" val="1264772426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2204553541"/>
                    </a:ext>
                  </a:extLst>
                </a:gridCol>
                <a:gridCol w="1295391">
                  <a:extLst>
                    <a:ext uri="{9D8B030D-6E8A-4147-A177-3AD203B41FA5}">
                      <a16:colId xmlns:a16="http://schemas.microsoft.com/office/drawing/2014/main" val="3457553907"/>
                    </a:ext>
                  </a:extLst>
                </a:gridCol>
              </a:tblGrid>
              <a:tr h="299152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"/>
                      <a:r>
                        <a:rPr lang="en-IN" sz="1400" b="1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Matters of attention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ctr" rtl="0" fontAlgn="b"/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RAID status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487638"/>
                  </a:ext>
                </a:extLst>
              </a:tr>
              <a:tr h="299152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Last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IN" sz="14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This week</a:t>
                      </a: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39475"/>
                  </a:ext>
                </a:extLst>
              </a:tr>
              <a:tr h="271957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0" marR="0" lvl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latin typeface="Manrope Light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lang="en-IN" sz="1200" b="0" i="0" u="none" strike="noStrike" cap="none" spc="0" baseline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FillTx/>
                        <a:latin typeface="Manrope Ligh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en-IN" sz="1400" b="1" i="0" u="none" strike="noStrike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Campton SemiBold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9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A2F552D-FA85-DEF7-3408-EAF08EE28201}"/>
              </a:ext>
            </a:extLst>
          </p:cNvPr>
          <p:cNvGraphicFramePr>
            <a:graphicFrameLocks noGrp="1"/>
          </p:cNvGraphicFramePr>
          <p:nvPr/>
        </p:nvGraphicFramePr>
        <p:xfrm>
          <a:off x="12650164" y="1392842"/>
          <a:ext cx="556592" cy="1093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592">
                  <a:extLst>
                    <a:ext uri="{9D8B030D-6E8A-4147-A177-3AD203B41FA5}">
                      <a16:colId xmlns:a16="http://schemas.microsoft.com/office/drawing/2014/main" val="1767169937"/>
                    </a:ext>
                  </a:extLst>
                </a:gridCol>
              </a:tblGrid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71153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09125"/>
                  </a:ext>
                </a:extLst>
              </a:tr>
              <a:tr h="361569">
                <a:tc>
                  <a:txBody>
                    <a:bodyPr/>
                    <a:lstStyle/>
                    <a:p>
                      <a:endParaRPr lang="en-GB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1321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4A6AFE8-D95C-5687-FAB2-EBADD2905D30}"/>
              </a:ext>
            </a:extLst>
          </p:cNvPr>
          <p:cNvSpPr>
            <a:spLocks/>
          </p:cNvSpPr>
          <p:nvPr/>
        </p:nvSpPr>
        <p:spPr>
          <a:xfrm>
            <a:off x="12405110" y="1140109"/>
            <a:ext cx="98348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RAG Colors</a:t>
            </a: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E9D1ECDF-FF09-95DF-8556-B9AB6C9B873E}"/>
              </a:ext>
            </a:extLst>
          </p:cNvPr>
          <p:cNvSpPr/>
          <p:nvPr/>
        </p:nvSpPr>
        <p:spPr>
          <a:xfrm>
            <a:off x="108563" y="6621480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1AFAF043-379B-5D4D-CF17-81CBAC55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83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4BAF7-75B3-2737-C743-DA2AE6F98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3262-083B-8E08-0CF1-28C3B529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sz="1600" b="1">
                <a:latin typeface="Manrope"/>
              </a:rPr>
              <a:t>Team Allocation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31625-36CF-33A8-B84C-B4F4AF927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517" y="6356351"/>
            <a:ext cx="1101379" cy="2730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4" name="Shape 126">
            <a:extLst>
              <a:ext uri="{FF2B5EF4-FFF2-40B4-BE49-F238E27FC236}">
                <a16:creationId xmlns:a16="http://schemas.microsoft.com/office/drawing/2014/main" id="{40F73DF2-446B-ED46-AC40-C9560E9DA751}"/>
              </a:ext>
            </a:extLst>
          </p:cNvPr>
          <p:cNvSpPr/>
          <p:nvPr/>
        </p:nvSpPr>
        <p:spPr>
          <a:xfrm>
            <a:off x="108562" y="6607745"/>
            <a:ext cx="11974874" cy="21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6000" tIns="36000" rIns="36000" bIns="36000" anchor="b" anchorCtr="1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spc="80">
                <a:solidFill>
                  <a:srgbClr val="EF602F"/>
                </a:solidFill>
                <a:latin typeface="Campton-Medium"/>
                <a:ea typeface="Campton-Medium"/>
                <a:cs typeface="Campton-Medium"/>
                <a:sym typeface="Campton-Medium"/>
              </a:defRPr>
            </a:pPr>
            <a:r>
              <a:rPr kumimoji="0" lang="en-US" sz="1000" b="1" i="0" u="none" strike="noStrike" kern="0" cap="none" spc="80" normalizeH="0" baseline="0" noProof="0">
                <a:ln>
                  <a:noFill/>
                </a:ln>
                <a:solidFill>
                  <a:srgbClr val="EF602F"/>
                </a:solidFill>
                <a:effectLst/>
                <a:uLnTx/>
                <a:uFillTx/>
                <a:latin typeface="Manrope" pitchFamily="2" charset="0"/>
                <a:ea typeface="Campton-Light"/>
                <a:cs typeface="Campton-Light"/>
                <a:sym typeface="Campton-Light"/>
              </a:rPr>
              <a:t> HEBXXX-SUST-0003-00</a:t>
            </a:r>
            <a:endParaRPr kumimoji="0" lang="en-US" sz="1000" b="1" i="0" u="none" strike="noStrike" kern="0" cap="none" spc="8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itchFamily="2" charset="0"/>
              <a:ea typeface="Campton-Light"/>
              <a:cs typeface="Campton-Light"/>
              <a:sym typeface="Campton-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E81AE55F-B9D0-B719-B3D7-81C3328FB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63" y="320675"/>
            <a:ext cx="1193985" cy="39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0AE014-FAE0-4EFF-623D-FC83F1BA2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886030"/>
              </p:ext>
            </p:extLst>
          </p:nvPr>
        </p:nvGraphicFramePr>
        <p:xfrm>
          <a:off x="201600" y="1140109"/>
          <a:ext cx="11788799" cy="4856422"/>
        </p:xfrm>
        <a:graphic>
          <a:graphicData uri="http://schemas.openxmlformats.org/drawingml/2006/table">
            <a:tbl>
              <a:tblPr/>
              <a:tblGrid>
                <a:gridCol w="636600">
                  <a:extLst>
                    <a:ext uri="{9D8B030D-6E8A-4147-A177-3AD203B41FA5}">
                      <a16:colId xmlns:a16="http://schemas.microsoft.com/office/drawing/2014/main" val="314751143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507434101"/>
                    </a:ext>
                  </a:extLst>
                </a:gridCol>
                <a:gridCol w="2828925">
                  <a:extLst>
                    <a:ext uri="{9D8B030D-6E8A-4147-A177-3AD203B41FA5}">
                      <a16:colId xmlns:a16="http://schemas.microsoft.com/office/drawing/2014/main" val="2443222058"/>
                    </a:ext>
                  </a:extLst>
                </a:gridCol>
                <a:gridCol w="2966026">
                  <a:extLst>
                    <a:ext uri="{9D8B030D-6E8A-4147-A177-3AD203B41FA5}">
                      <a16:colId xmlns:a16="http://schemas.microsoft.com/office/drawing/2014/main" val="298464873"/>
                    </a:ext>
                  </a:extLst>
                </a:gridCol>
                <a:gridCol w="2356873">
                  <a:extLst>
                    <a:ext uri="{9D8B030D-6E8A-4147-A177-3AD203B41FA5}">
                      <a16:colId xmlns:a16="http://schemas.microsoft.com/office/drawing/2014/main" val="1264373118"/>
                    </a:ext>
                  </a:extLst>
                </a:gridCol>
              </a:tblGrid>
              <a:tr h="397871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kern="1200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Team Allocation</a:t>
                      </a:r>
                    </a:p>
                  </a:txBody>
                  <a:tcPr marL="72000" marR="54000" marT="54000" marB="5400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endParaRPr/>
                    </a:p>
                  </a:txBody>
                  <a:tcPr marL="72000" marR="54000" marT="54000" marB="5400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endParaRPr/>
                    </a:p>
                  </a:txBody>
                  <a:tcPr marL="72000" marR="54000" marT="54000" marB="5400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34293"/>
                  </a:ext>
                </a:extLst>
              </a:tr>
              <a:tr h="311387"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SL No</a:t>
                      </a:r>
                      <a:endParaRPr lang="en-IN" sz="1200" b="0" i="0" u="none" strike="noStrike" kern="1200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Manrope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lang="en-IN" sz="1200" b="0" i="0" u="none" strike="noStrike" kern="1200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Manrope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54000" marT="54000" marB="5400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Skillset</a:t>
                      </a:r>
                    </a:p>
                  </a:txBody>
                  <a:tcPr marL="72000" marR="54000" marT="54000" marB="5400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Track</a:t>
                      </a:r>
                    </a:p>
                  </a:txBody>
                  <a:tcPr marL="72000" marR="54000" marT="54000" marB="5400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Manrope"/>
                          <a:ea typeface="Calibri"/>
                          <a:cs typeface="Calibri"/>
                          <a:sym typeface="Calibri"/>
                        </a:rPr>
                        <a:t>Billable Count</a:t>
                      </a:r>
                    </a:p>
                  </a:txBody>
                  <a:tcPr marL="72000" marR="54000" marT="54000" marB="5400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630596"/>
                  </a:ext>
                </a:extLst>
              </a:tr>
              <a:tr h="1974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Akash Verma​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Haskell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Helvetica"/>
                          <a:cs typeface="Helvetica"/>
                          <a:sym typeface="Calibri"/>
                        </a:rPr>
                        <a:t>Supplier Core Service​</a:t>
                      </a:r>
                      <a:endParaRPr lang="en-US" sz="1200" b="0" i="0" u="none" strike="noStrike" kern="1200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Helvetica"/>
                        <a:cs typeface="Helvetica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396243"/>
                  </a:ext>
                </a:extLst>
              </a:tr>
              <a:tr h="1974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2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Rishi Manoj 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Haskell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Helvetica"/>
                          <a:cs typeface="Helvetica"/>
                          <a:sym typeface="Calibri"/>
                        </a:rPr>
                        <a:t>Cost Core Service​</a:t>
                      </a:r>
                      <a:endParaRPr lang="en-US" sz="1200" b="0" i="0" u="none" strike="noStrike" kern="1200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Helvetica"/>
                        <a:cs typeface="Helvetica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4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835894"/>
                  </a:ext>
                </a:extLst>
              </a:tr>
              <a:tr h="1974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3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Arjun P </a:t>
                      </a:r>
                      <a:r>
                        <a:rPr lang="en-IN" sz="1200" b="0" i="0" u="none" strike="noStrike" cap="none" spc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Khandkar</a:t>
                      </a: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800" b="0" i="0">
                        <a:solidFill>
                          <a:srgbClr val="000000"/>
                        </a:solidFill>
                        <a:effectLst/>
                        <a:latin typeface="Manrope" panose="020B0604020202020204" charset="0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90672"/>
                  </a:ext>
                </a:extLst>
              </a:tr>
              <a:tr h="1974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4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Althaf</a:t>
                      </a: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 Hussain​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800" b="0" i="0">
                        <a:solidFill>
                          <a:srgbClr val="000000"/>
                        </a:solidFill>
                        <a:effectLst/>
                        <a:latin typeface="Manrope" panose="020B0604020202020204" charset="0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651672"/>
                  </a:ext>
                </a:extLst>
              </a:tr>
              <a:tr h="1974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5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</a:rPr>
                        <a:t>Sparsh Tandon</a:t>
                      </a: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800" b="0" i="0">
                        <a:solidFill>
                          <a:srgbClr val="000000"/>
                        </a:solidFill>
                        <a:effectLst/>
                        <a:latin typeface="Manrope" panose="020B0604020202020204" charset="0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985152"/>
                  </a:ext>
                </a:extLst>
              </a:tr>
              <a:tr h="1974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6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Nishant Kaushik​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Haskell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Wentworth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773820"/>
                  </a:ext>
                </a:extLst>
              </a:tr>
              <a:tr h="1974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mpton Book"/>
                          <a:ea typeface="Helvetica"/>
                          <a:cs typeface="Helvetica"/>
                        </a:defRPr>
                      </a:lvl9pPr>
                    </a:lstStyle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7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Vijai Krishna​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Haskell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Pricing Core Service​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491560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8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Imthiyaz A S 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QA Automation​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Supplier Portal​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2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804022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9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Balu S Kumar​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83776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10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Vineed Kaladharan​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AngularJS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Location Core Service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3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93453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11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Noblevincent</a:t>
                      </a: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 Vincent​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Java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781181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12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Vignesh Krishnan​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651648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13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Arshana</a:t>
                      </a: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 </a:t>
                      </a:r>
                      <a:r>
                        <a:rPr lang="en-IN" sz="1200" b="0" i="0" u="none" strike="noStrike" cap="none" spc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Kizhakkiniyakath</a:t>
                      </a: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 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QA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Pharmacy &amp; Wellness​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3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268877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14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Remya Karuppayil​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5048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15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Gisha Sankaran​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356487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16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Kumar K Singh​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AngularJS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GSS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24717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17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Vinu Lalitha​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QA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spc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</a:rPr>
                        <a:t>Location Core Service</a:t>
                      </a:r>
                      <a:endParaRPr lang="en-US"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88822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18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</a:rPr>
                        <a:t>Suraj Seshadri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BSA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Location Core Service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00099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19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</a:rPr>
                        <a:t>Vineet Singh</a:t>
                      </a:r>
                      <a:endParaRPr lang="en-IN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BSA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</a:rPr>
                        <a:t>Location Core Service</a:t>
                      </a:r>
                      <a:endParaRPr lang="en-IN" sz="1200" b="0" i="0" u="none" strike="noStrike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84724"/>
                  </a:ext>
                </a:extLst>
              </a:tr>
              <a:tr h="197484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20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Shivaraj Kumarappa​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Delivery Lead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IN"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anrope"/>
                          <a:ea typeface="+mn-ea"/>
                          <a:cs typeface="+mn-cs"/>
                          <a:sym typeface="Calibri"/>
                        </a:rPr>
                        <a:t>All Tracks</a:t>
                      </a: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Manrope"/>
                        </a:rPr>
                        <a:t>1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Manrope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186999"/>
                  </a:ext>
                </a:extLst>
              </a:tr>
              <a:tr h="197484"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5F2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sz="10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anrope  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fontAlgn="base" latinLnBrk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sz="12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/>
                          <a:cs typeface="Calibri"/>
                        </a:rPr>
                        <a:t>20</a:t>
                      </a:r>
                      <a:endParaRPr lang="en-IN" sz="1200" b="0" i="0" u="none" strike="noStrike" kern="1200" cap="none" spc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72000" marR="54000" marT="0" marB="0" anchor="ctr">
                    <a:lnL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5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8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022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53F7-7D3C-28E7-187F-E444DD92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051872-2EA2-41B4-0044-170C2616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1301A0-BFB9-6B4C-BF95-5114CEF235E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470000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70000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9791D6B-200A-AEBB-3433-C8381E9DEED3}"/>
              </a:ext>
            </a:extLst>
          </p:cNvPr>
          <p:cNvPicPr>
            <a:picLocks noGrp="1"/>
          </p:cNvPicPr>
          <p:nvPr>
            <p:ph type="pic" idx="14"/>
          </p:nvPr>
        </p:nvPicPr>
        <p:blipFill>
          <a:blip r:embed="rId2"/>
          <a:srcRect t="72" b="72"/>
          <a:stretch/>
        </p:blipFill>
        <p:spPr>
          <a:xfrm>
            <a:off x="425104" y="847586"/>
            <a:ext cx="5256000" cy="5256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8ABE8-9B75-0EA3-976C-26338A0E6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10898" y="3465898"/>
            <a:ext cx="4952064" cy="564257"/>
          </a:xfrm>
        </p:spPr>
        <p:txBody>
          <a:bodyPr>
            <a:spAutoFit/>
          </a:bodyPr>
          <a:lstStyle/>
          <a:p>
            <a:r>
              <a:rPr lang="en-GB"/>
              <a:t>Thank you</a:t>
            </a:r>
            <a:endParaRPr lang="en-A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6B21421-2136-11EF-31A6-1A7CE2A07E70}"/>
              </a:ext>
            </a:extLst>
          </p:cNvPr>
          <p:cNvSpPr txBox="1">
            <a:spLocks/>
          </p:cNvSpPr>
          <p:nvPr/>
        </p:nvSpPr>
        <p:spPr>
          <a:xfrm>
            <a:off x="6510898" y="4107497"/>
            <a:ext cx="4952064" cy="24622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ts val="44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0" i="0" kern="1200" spc="-100" baseline="0">
                <a:gradFill>
                  <a:gsLst>
                    <a:gs pos="0">
                      <a:srgbClr val="EC5F27"/>
                    </a:gs>
                    <a:gs pos="99000">
                      <a:srgbClr val="D02929"/>
                    </a:gs>
                  </a:gsLst>
                  <a:lin ang="0" scaled="0"/>
                </a:gradFill>
                <a:latin typeface="Manrope Light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ts val="1600"/>
              </a:lnSpc>
              <a:spcBef>
                <a:spcPts val="1500"/>
              </a:spcBef>
              <a:buFont typeface="Arial" panose="020B0604020202020204" pitchFamily="34" charset="0"/>
              <a:buNone/>
              <a:defRPr sz="1200" b="1" i="0" kern="1200">
                <a:solidFill>
                  <a:srgbClr val="D02929"/>
                </a:solidFill>
                <a:latin typeface="Manrope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ts val="1600"/>
              </a:lnSpc>
              <a:spcBef>
                <a:spcPts val="50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Manrope Light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750"/>
              </a:spcAft>
              <a:buFont typeface="Manrope Light"/>
              <a:buNone/>
              <a:defRPr sz="1200" b="0" i="0" kern="1200">
                <a:solidFill>
                  <a:schemeClr val="tx1"/>
                </a:solidFill>
                <a:latin typeface="Manrope Light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ts val="16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Manrope Ligh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600" spc="0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www.G10X.com</a:t>
            </a:r>
            <a:r>
              <a:rPr lang="en-GB" sz="1600" spc="0">
                <a:solidFill>
                  <a:schemeClr val="accent3"/>
                </a:solidFill>
              </a:rPr>
              <a:t> </a:t>
            </a:r>
            <a:endParaRPr lang="en-AE" sz="1600" spc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23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10X">
      <a:dk1>
        <a:srgbClr val="000000"/>
      </a:dk1>
      <a:lt1>
        <a:sysClr val="window" lastClr="FFFFFF"/>
      </a:lt1>
      <a:dk2>
        <a:srgbClr val="202020"/>
      </a:dk2>
      <a:lt2>
        <a:srgbClr val="F5F3F1"/>
      </a:lt2>
      <a:accent1>
        <a:srgbClr val="D3072A"/>
      </a:accent1>
      <a:accent2>
        <a:srgbClr val="F0500A"/>
      </a:accent2>
      <a:accent3>
        <a:srgbClr val="5A0A03"/>
      </a:accent3>
      <a:accent4>
        <a:srgbClr val="D3072A"/>
      </a:accent4>
      <a:accent5>
        <a:srgbClr val="F0500A"/>
      </a:accent5>
      <a:accent6>
        <a:srgbClr val="CFC5B7"/>
      </a:accent6>
      <a:hlink>
        <a:srgbClr val="D3072A"/>
      </a:hlink>
      <a:folHlink>
        <a:srgbClr val="5A0A03"/>
      </a:folHlink>
    </a:clrScheme>
    <a:fontScheme name="G10X">
      <a:majorFont>
        <a:latin typeface="Manrope Light"/>
        <a:ea typeface=""/>
        <a:cs typeface=""/>
      </a:majorFont>
      <a:minorFont>
        <a:latin typeface="Manrop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10X PowerPoint_Template_Dec 2025_LE" id="{9E8B5E16-2911-456D-BC37-121B48167D4F}" vid="{A9DF130E-CD2D-45CD-884D-990183C060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8FA14A77103A4B9B033649F53E772E" ma:contentTypeVersion="23" ma:contentTypeDescription="Create a new document." ma:contentTypeScope="" ma:versionID="9af1dcddfa7aa56af7bd5e9e00f53a20">
  <xsd:schema xmlns:xsd="http://www.w3.org/2001/XMLSchema" xmlns:xs="http://www.w3.org/2001/XMLSchema" xmlns:p="http://schemas.microsoft.com/office/2006/metadata/properties" xmlns:ns1="http://schemas.microsoft.com/sharepoint/v3" xmlns:ns2="1374277d-34e2-480a-9f86-2363023b7747" xmlns:ns3="81c54f1d-d4d1-413c-8882-120d3b80678a" targetNamespace="http://schemas.microsoft.com/office/2006/metadata/properties" ma:root="true" ma:fieldsID="06deb8bff3e20e2b79fd4b2ac7bb5916" ns1:_="" ns2:_="" ns3:_="">
    <xsd:import namespace="http://schemas.microsoft.com/sharepoint/v3"/>
    <xsd:import namespace="1374277d-34e2-480a-9f86-2363023b7747"/>
    <xsd:import namespace="81c54f1d-d4d1-413c-8882-120d3b8067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Priority" minOccurs="0"/>
                <xsd:element ref="ns2:MediaServiceBillingMetadata" minOccurs="0"/>
                <xsd:element ref="ns2:Contai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74277d-34e2-480a-9f86-2363023b77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7faa64f-8474-4d9f-979b-8c23b226c4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riority" ma:index="28" nillable="true" ma:displayName="Priority" ma:internalName="Priority">
      <xsd:simpleType>
        <xsd:restriction base="dms:Number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  <xsd:element name="Contains" ma:index="30" nillable="true" ma:displayName="Contains" ma:description="Business Visas done till date" ma:format="Dropdown" ma:internalName="Contain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c54f1d-d4d1-413c-8882-120d3b80678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5bf8bd6-ad72-418c-b0ed-db0a2d59e3ee}" ma:internalName="TaxCatchAll" ma:showField="CatchAllData" ma:web="81c54f1d-d4d1-413c-8882-120d3b8067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ains xmlns="1374277d-34e2-480a-9f86-2363023b7747" xsi:nil="true"/>
    <_ip_UnifiedCompliancePolicyUIAction xmlns="http://schemas.microsoft.com/sharepoint/v3" xsi:nil="true"/>
    <Priority xmlns="1374277d-34e2-480a-9f86-2363023b7747" xsi:nil="true"/>
    <_ip_UnifiedCompliancePolicyProperties xmlns="http://schemas.microsoft.com/sharepoint/v3" xsi:nil="true"/>
    <lcf76f155ced4ddcb4097134ff3c332f xmlns="1374277d-34e2-480a-9f86-2363023b7747">
      <Terms xmlns="http://schemas.microsoft.com/office/infopath/2007/PartnerControls"/>
    </lcf76f155ced4ddcb4097134ff3c332f>
    <TaxCatchAll xmlns="81c54f1d-d4d1-413c-8882-120d3b80678a" xsi:nil="true"/>
  </documentManagement>
</p:properties>
</file>

<file path=customXml/itemProps1.xml><?xml version="1.0" encoding="utf-8"?>
<ds:datastoreItem xmlns:ds="http://schemas.openxmlformats.org/officeDocument/2006/customXml" ds:itemID="{3585D0D2-58D9-4295-9AD2-0F18BBE588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F783E7-79C0-48AC-950A-11AD0115A252}">
  <ds:schemaRefs>
    <ds:schemaRef ds:uri="1374277d-34e2-480a-9f86-2363023b7747"/>
    <ds:schemaRef ds:uri="81c54f1d-d4d1-413c-8882-120d3b8067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6CF6043-B684-4E2E-9C7B-896B6A237A01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1374277d-34e2-480a-9f86-2363023b7747"/>
    <ds:schemaRef ds:uri="http://purl.org/dc/terms/"/>
    <ds:schemaRef ds:uri="http://schemas.openxmlformats.org/package/2006/metadata/core-properties"/>
    <ds:schemaRef ds:uri="http://purl.org/dc/elements/1.1/"/>
    <ds:schemaRef ds:uri="http://schemas.microsoft.com/sharepoint/v3"/>
    <ds:schemaRef ds:uri="81c54f1d-d4d1-413c-8882-120d3b80678a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G10X PowerPoint_Template_Dec 2025_V2</Template>
  <TotalTime>0</TotalTime>
  <Words>1929</Words>
  <Application>Microsoft Office PowerPoint</Application>
  <PresentationFormat>Widescreen</PresentationFormat>
  <Paragraphs>375</Paragraphs>
  <Slides>16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HEB</vt:lpstr>
      <vt:lpstr>Index</vt:lpstr>
      <vt:lpstr>Delivery status – Cost Core Service</vt:lpstr>
      <vt:lpstr>Delivery status – Supplier Core Services</vt:lpstr>
      <vt:lpstr>Delivery status – Supplier Core Services (Contd...)</vt:lpstr>
      <vt:lpstr>Delivery status – Supplier Core Services (Contd...)</vt:lpstr>
      <vt:lpstr>Delivery status – Pricing Core Service</vt:lpstr>
      <vt:lpstr>Delivery status - Wentworth</vt:lpstr>
      <vt:lpstr>Delivery status - Location Core Service </vt:lpstr>
      <vt:lpstr>Delivery status - Pharmacy and Wellness​ </vt:lpstr>
      <vt:lpstr>Delivery status - Pharmacy and Wellness​  (Contd…)</vt:lpstr>
      <vt:lpstr>Delivery status – Global Sourcing Solution</vt:lpstr>
      <vt:lpstr>Delivery status - BSA (LoCo)</vt:lpstr>
      <vt:lpstr>Matters Of Attention</vt:lpstr>
      <vt:lpstr>Team Allocation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G10X Account Name WSR Project Name DD Mon YY_1</dc:title>
  <dc:subject>G10X Account Name WSR Project Name DD Mon YY_1</dc:subject>
  <dc:creator>Shefi Mon (G10X, IND)</dc:creator>
  <cp:keywords>G10X Account Name WSR Project Name DD Mon YY_1</cp:keywords>
  <cp:lastModifiedBy>Remya Karuppayil (G10X, IND)</cp:lastModifiedBy>
  <cp:revision>2</cp:revision>
  <cp:lastPrinted>2025-09-22T20:35:16Z</cp:lastPrinted>
  <dcterms:created xsi:type="dcterms:W3CDTF">2025-12-18T04:05:59Z</dcterms:created>
  <dcterms:modified xsi:type="dcterms:W3CDTF">2026-07-01T06:10:56Z</dcterms:modified>
  <cp:category>G10X Account Name WSR Project Name DD Mon YY_1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0x010100198FA14A77103A4B9B033649F53E772E</vt:lpwstr>
  </property>
  <property fmtid="{D5CDD505-2E9C-101B-9397-08002B2CF9AE}" pid="3" name="MediaServiceImageTags">
    <vt:lpwstr/>
  </property>
</Properties>
</file>